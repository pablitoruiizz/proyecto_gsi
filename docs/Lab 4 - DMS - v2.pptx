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4"/>
  </p:sldMasterIdLst>
  <p:notesMasterIdLst>
    <p:notesMasterId r:id="rId15"/>
  </p:notesMasterIdLst>
  <p:handoutMasterIdLst>
    <p:handoutMasterId r:id="rId16"/>
  </p:handoutMasterIdLst>
  <p:sldIdLst>
    <p:sldId id="257" r:id="rId5"/>
    <p:sldId id="456" r:id="rId6"/>
    <p:sldId id="278" r:id="rId7"/>
    <p:sldId id="467" r:id="rId8"/>
    <p:sldId id="470" r:id="rId9"/>
    <p:sldId id="469" r:id="rId10"/>
    <p:sldId id="466" r:id="rId11"/>
    <p:sldId id="462" r:id="rId12"/>
    <p:sldId id="464" r:id="rId13"/>
    <p:sldId id="465" r:id="rId14"/>
  </p:sldIdLst>
  <p:sldSz cx="9144000" cy="6858000" type="screen4x3"/>
  <p:notesSz cx="6781800" cy="9918700"/>
  <p:custDataLst>
    <p:tags r:id="rId17"/>
  </p:custDataLst>
  <p:defaultTextStyle>
    <a:defPPr>
      <a:defRPr lang="en-US"/>
    </a:defPPr>
    <a:lvl1pPr algn="l" rtl="0" eaLnBrk="0" fontAlgn="base" hangingPunct="0">
      <a:spcBef>
        <a:spcPts val="400"/>
      </a:spcBef>
      <a:spcAft>
        <a:spcPts val="400"/>
      </a:spcAft>
      <a:buClr>
        <a:srgbClr val="9B172C"/>
      </a:buClr>
      <a:buFont typeface="Symbol" charset="0"/>
      <a:buChar char="¨"/>
      <a:defRPr sz="2800" kern="1200">
        <a:solidFill>
          <a:srgbClr val="9B172C"/>
        </a:solidFill>
        <a:latin typeface="Verdana" charset="0"/>
        <a:ea typeface="ＭＳ Ｐゴシック" charset="0"/>
        <a:cs typeface="ＭＳ Ｐゴシック" charset="0"/>
      </a:defRPr>
    </a:lvl1pPr>
    <a:lvl2pPr marL="457200" algn="l" rtl="0" eaLnBrk="0" fontAlgn="base" hangingPunct="0">
      <a:spcBef>
        <a:spcPts val="400"/>
      </a:spcBef>
      <a:spcAft>
        <a:spcPts val="400"/>
      </a:spcAft>
      <a:buClr>
        <a:srgbClr val="9B172C"/>
      </a:buClr>
      <a:buFont typeface="Symbol" charset="0"/>
      <a:buChar char="¨"/>
      <a:defRPr sz="2800" kern="1200">
        <a:solidFill>
          <a:srgbClr val="9B172C"/>
        </a:solidFill>
        <a:latin typeface="Verdana" charset="0"/>
        <a:ea typeface="ＭＳ Ｐゴシック" charset="0"/>
        <a:cs typeface="ＭＳ Ｐゴシック" charset="0"/>
      </a:defRPr>
    </a:lvl2pPr>
    <a:lvl3pPr marL="914400" algn="l" rtl="0" eaLnBrk="0" fontAlgn="base" hangingPunct="0">
      <a:spcBef>
        <a:spcPts val="400"/>
      </a:spcBef>
      <a:spcAft>
        <a:spcPts val="400"/>
      </a:spcAft>
      <a:buClr>
        <a:srgbClr val="9B172C"/>
      </a:buClr>
      <a:buFont typeface="Symbol" charset="0"/>
      <a:buChar char="¨"/>
      <a:defRPr sz="2800" kern="1200">
        <a:solidFill>
          <a:srgbClr val="9B172C"/>
        </a:solidFill>
        <a:latin typeface="Verdana" charset="0"/>
        <a:ea typeface="ＭＳ Ｐゴシック" charset="0"/>
        <a:cs typeface="ＭＳ Ｐゴシック" charset="0"/>
      </a:defRPr>
    </a:lvl3pPr>
    <a:lvl4pPr marL="1371600" algn="l" rtl="0" eaLnBrk="0" fontAlgn="base" hangingPunct="0">
      <a:spcBef>
        <a:spcPts val="400"/>
      </a:spcBef>
      <a:spcAft>
        <a:spcPts val="400"/>
      </a:spcAft>
      <a:buClr>
        <a:srgbClr val="9B172C"/>
      </a:buClr>
      <a:buFont typeface="Symbol" charset="0"/>
      <a:buChar char="¨"/>
      <a:defRPr sz="2800" kern="1200">
        <a:solidFill>
          <a:srgbClr val="9B172C"/>
        </a:solidFill>
        <a:latin typeface="Verdana" charset="0"/>
        <a:ea typeface="ＭＳ Ｐゴシック" charset="0"/>
        <a:cs typeface="ＭＳ Ｐゴシック" charset="0"/>
      </a:defRPr>
    </a:lvl4pPr>
    <a:lvl5pPr marL="1828800" algn="l" rtl="0" eaLnBrk="0" fontAlgn="base" hangingPunct="0">
      <a:spcBef>
        <a:spcPts val="400"/>
      </a:spcBef>
      <a:spcAft>
        <a:spcPts val="400"/>
      </a:spcAft>
      <a:buClr>
        <a:srgbClr val="9B172C"/>
      </a:buClr>
      <a:buFont typeface="Symbol" charset="0"/>
      <a:buChar char="¨"/>
      <a:defRPr sz="2800" kern="1200">
        <a:solidFill>
          <a:srgbClr val="9B172C"/>
        </a:solidFill>
        <a:latin typeface="Verdana" charset="0"/>
        <a:ea typeface="ＭＳ Ｐゴシック" charset="0"/>
        <a:cs typeface="ＭＳ Ｐゴシック" charset="0"/>
      </a:defRPr>
    </a:lvl5pPr>
    <a:lvl6pPr marL="2286000" algn="l" defTabSz="457200" rtl="0" eaLnBrk="1" latinLnBrk="0" hangingPunct="1">
      <a:defRPr sz="2800" kern="1200">
        <a:solidFill>
          <a:srgbClr val="9B172C"/>
        </a:solidFill>
        <a:latin typeface="Verdana" charset="0"/>
        <a:ea typeface="ＭＳ Ｐゴシック" charset="0"/>
        <a:cs typeface="ＭＳ Ｐゴシック" charset="0"/>
      </a:defRPr>
    </a:lvl6pPr>
    <a:lvl7pPr marL="2743200" algn="l" defTabSz="457200" rtl="0" eaLnBrk="1" latinLnBrk="0" hangingPunct="1">
      <a:defRPr sz="2800" kern="1200">
        <a:solidFill>
          <a:srgbClr val="9B172C"/>
        </a:solidFill>
        <a:latin typeface="Verdana" charset="0"/>
        <a:ea typeface="ＭＳ Ｐゴシック" charset="0"/>
        <a:cs typeface="ＭＳ Ｐゴシック" charset="0"/>
      </a:defRPr>
    </a:lvl7pPr>
    <a:lvl8pPr marL="3200400" algn="l" defTabSz="457200" rtl="0" eaLnBrk="1" latinLnBrk="0" hangingPunct="1">
      <a:defRPr sz="2800" kern="1200">
        <a:solidFill>
          <a:srgbClr val="9B172C"/>
        </a:solidFill>
        <a:latin typeface="Verdana" charset="0"/>
        <a:ea typeface="ＭＳ Ｐゴシック" charset="0"/>
        <a:cs typeface="ＭＳ Ｐゴシック" charset="0"/>
      </a:defRPr>
    </a:lvl8pPr>
    <a:lvl9pPr marL="3657600" algn="l" defTabSz="457200" rtl="0" eaLnBrk="1" latinLnBrk="0" hangingPunct="1">
      <a:defRPr sz="2800" kern="1200">
        <a:solidFill>
          <a:srgbClr val="9B172C"/>
        </a:solidFill>
        <a:latin typeface="Verdana"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4">
          <p15:clr>
            <a:srgbClr val="A4A3A4"/>
          </p15:clr>
        </p15:guide>
        <p15:guide id="2" pos="21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0"/>
      </p:ext>
    </p:extLst>
  </p:showPr>
  <p:clrMru>
    <a:srgbClr val="9B172C"/>
    <a:srgbClr val="FFFFFF"/>
    <a:srgbClr val="00FF00"/>
    <a:srgbClr val="33CC33"/>
    <a:srgbClr val="DBB600"/>
    <a:srgbClr val="DC6873"/>
    <a:srgbClr val="C38189"/>
    <a:srgbClr val="BB717A"/>
    <a:srgbClr val="B7677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EB3287-ECCC-1743-AFEF-33A1EC026CFE}" v="5" dt="2025-10-20T12:57:43.773"/>
  </p1510:revLst>
</p1510:revInfo>
</file>

<file path=ppt/tableStyles.xml><?xml version="1.0" encoding="utf-8"?>
<a:tblStyleLst xmlns:a="http://schemas.openxmlformats.org/drawingml/2006/main" def="{5C22544A-7EE6-4342-B048-85BDC9FD1C3A}">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060" autoAdjust="0"/>
    <p:restoredTop sz="87175" autoAdjust="0"/>
  </p:normalViewPr>
  <p:slideViewPr>
    <p:cSldViewPr>
      <p:cViewPr varScale="1">
        <p:scale>
          <a:sx n="79" d="100"/>
          <a:sy n="79" d="100"/>
        </p:scale>
        <p:origin x="752"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125" d="100"/>
          <a:sy n="125" d="100"/>
        </p:scale>
        <p:origin x="72" y="492"/>
      </p:cViewPr>
      <p:guideLst>
        <p:guide orient="horz" pos="3124"/>
        <p:guide pos="2136"/>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ISTINA CABANILLAS MACIAS" userId="4532e087-6711-4360-a25b-0477b7cdd7fc" providerId="ADAL" clId="{FE2519D0-1D91-C345-9A49-49F1DC12D507}"/>
    <pc:docChg chg="undo redo custSel modSld">
      <pc:chgData name="CRISTINA CABANILLAS MACIAS" userId="4532e087-6711-4360-a25b-0477b7cdd7fc" providerId="ADAL" clId="{FE2519D0-1D91-C345-9A49-49F1DC12D507}" dt="2020-10-18T12:26:11.824" v="153" actId="20577"/>
      <pc:docMkLst>
        <pc:docMk/>
      </pc:docMkLst>
      <pc:sldChg chg="modSp mod">
        <pc:chgData name="CRISTINA CABANILLAS MACIAS" userId="4532e087-6711-4360-a25b-0477b7cdd7fc" providerId="ADAL" clId="{FE2519D0-1D91-C345-9A49-49F1DC12D507}" dt="2020-10-18T11:36:03.661" v="108" actId="20577"/>
        <pc:sldMkLst>
          <pc:docMk/>
          <pc:sldMk cId="3451780800" sldId="400"/>
        </pc:sldMkLst>
      </pc:sldChg>
      <pc:sldChg chg="modSp mod">
        <pc:chgData name="CRISTINA CABANILLAS MACIAS" userId="4532e087-6711-4360-a25b-0477b7cdd7fc" providerId="ADAL" clId="{FE2519D0-1D91-C345-9A49-49F1DC12D507}" dt="2020-10-18T10:45:30.638" v="1" actId="20577"/>
        <pc:sldMkLst>
          <pc:docMk/>
          <pc:sldMk cId="3093489788" sldId="429"/>
        </pc:sldMkLst>
      </pc:sldChg>
      <pc:sldChg chg="modSp mod">
        <pc:chgData name="CRISTINA CABANILLAS MACIAS" userId="4532e087-6711-4360-a25b-0477b7cdd7fc" providerId="ADAL" clId="{FE2519D0-1D91-C345-9A49-49F1DC12D507}" dt="2020-10-18T11:40:36.324" v="127" actId="113"/>
        <pc:sldMkLst>
          <pc:docMk/>
          <pc:sldMk cId="857672935" sldId="430"/>
        </pc:sldMkLst>
      </pc:sldChg>
      <pc:sldChg chg="modSp mod">
        <pc:chgData name="CRISTINA CABANILLAS MACIAS" userId="4532e087-6711-4360-a25b-0477b7cdd7fc" providerId="ADAL" clId="{FE2519D0-1D91-C345-9A49-49F1DC12D507}" dt="2020-10-18T11:47:39.741" v="139" actId="14100"/>
        <pc:sldMkLst>
          <pc:docMk/>
          <pc:sldMk cId="4115096517" sldId="434"/>
        </pc:sldMkLst>
      </pc:sldChg>
      <pc:sldChg chg="modSp mod">
        <pc:chgData name="CRISTINA CABANILLAS MACIAS" userId="4532e087-6711-4360-a25b-0477b7cdd7fc" providerId="ADAL" clId="{FE2519D0-1D91-C345-9A49-49F1DC12D507}" dt="2020-10-18T12:25:28.615" v="144" actId="20577"/>
        <pc:sldMkLst>
          <pc:docMk/>
          <pc:sldMk cId="1020420661" sldId="435"/>
        </pc:sldMkLst>
      </pc:sldChg>
      <pc:sldChg chg="modSp mod">
        <pc:chgData name="CRISTINA CABANILLAS MACIAS" userId="4532e087-6711-4360-a25b-0477b7cdd7fc" providerId="ADAL" clId="{FE2519D0-1D91-C345-9A49-49F1DC12D507}" dt="2020-10-18T12:26:11.824" v="153" actId="20577"/>
        <pc:sldMkLst>
          <pc:docMk/>
          <pc:sldMk cId="3064913660" sldId="436"/>
        </pc:sldMkLst>
      </pc:sldChg>
      <pc:sldChg chg="modSp mod">
        <pc:chgData name="CRISTINA CABANILLAS MACIAS" userId="4532e087-6711-4360-a25b-0477b7cdd7fc" providerId="ADAL" clId="{FE2519D0-1D91-C345-9A49-49F1DC12D507}" dt="2020-10-18T10:48:07.150" v="20" actId="20577"/>
        <pc:sldMkLst>
          <pc:docMk/>
          <pc:sldMk cId="4044322856" sldId="437"/>
        </pc:sldMkLst>
      </pc:sldChg>
      <pc:sldChg chg="delSp mod">
        <pc:chgData name="CRISTINA CABANILLAS MACIAS" userId="4532e087-6711-4360-a25b-0477b7cdd7fc" providerId="ADAL" clId="{FE2519D0-1D91-C345-9A49-49F1DC12D507}" dt="2020-10-18T10:54:19.335" v="22" actId="478"/>
        <pc:sldMkLst>
          <pc:docMk/>
          <pc:sldMk cId="3307523284" sldId="438"/>
        </pc:sldMkLst>
      </pc:sldChg>
      <pc:sldChg chg="addSp delSp modSp mod modAnim">
        <pc:chgData name="CRISTINA CABANILLAS MACIAS" userId="4532e087-6711-4360-a25b-0477b7cdd7fc" providerId="ADAL" clId="{FE2519D0-1D91-C345-9A49-49F1DC12D507}" dt="2020-10-18T11:29:57.283" v="105" actId="20577"/>
        <pc:sldMkLst>
          <pc:docMk/>
          <pc:sldMk cId="2093330343" sldId="462"/>
        </pc:sldMkLst>
      </pc:sldChg>
    </pc:docChg>
  </pc:docChgLst>
  <pc:docChgLst>
    <pc:chgData name="ALFONSO BRAVO LLANOS" userId="26890244-94de-4362-8c7d-9fcce3a02da4" providerId="ADAL" clId="{AC10AB67-2B34-5EEF-A04B-063EA553D184}"/>
    <pc:docChg chg="custSel addSld delSld modSld">
      <pc:chgData name="ALFONSO BRAVO LLANOS" userId="26890244-94de-4362-8c7d-9fcce3a02da4" providerId="ADAL" clId="{AC10AB67-2B34-5EEF-A04B-063EA553D184}" dt="2025-10-20T13:00:00.011" v="1105" actId="2696"/>
      <pc:docMkLst>
        <pc:docMk/>
      </pc:docMkLst>
      <pc:sldChg chg="modSp mod">
        <pc:chgData name="ALFONSO BRAVO LLANOS" userId="26890244-94de-4362-8c7d-9fcce3a02da4" providerId="ADAL" clId="{AC10AB67-2B34-5EEF-A04B-063EA553D184}" dt="2025-10-20T12:53:30.658" v="280" actId="20577"/>
        <pc:sldMkLst>
          <pc:docMk/>
          <pc:sldMk cId="908134508" sldId="456"/>
        </pc:sldMkLst>
        <pc:spChg chg="mod">
          <ac:chgData name="ALFONSO BRAVO LLANOS" userId="26890244-94de-4362-8c7d-9fcce3a02da4" providerId="ADAL" clId="{AC10AB67-2B34-5EEF-A04B-063EA553D184}" dt="2025-10-20T12:53:30.658" v="280" actId="20577"/>
          <ac:spMkLst>
            <pc:docMk/>
            <pc:sldMk cId="908134508" sldId="456"/>
            <ac:spMk id="4" creationId="{00000000-0000-0000-0000-000000000000}"/>
          </ac:spMkLst>
        </pc:spChg>
      </pc:sldChg>
      <pc:sldChg chg="del">
        <pc:chgData name="ALFONSO BRAVO LLANOS" userId="26890244-94de-4362-8c7d-9fcce3a02da4" providerId="ADAL" clId="{AC10AB67-2B34-5EEF-A04B-063EA553D184}" dt="2025-10-20T13:00:00.011" v="1105" actId="2696"/>
        <pc:sldMkLst>
          <pc:docMk/>
          <pc:sldMk cId="3693576426" sldId="463"/>
        </pc:sldMkLst>
      </pc:sldChg>
      <pc:sldChg chg="add">
        <pc:chgData name="ALFONSO BRAVO LLANOS" userId="26890244-94de-4362-8c7d-9fcce3a02da4" providerId="ADAL" clId="{AC10AB67-2B34-5EEF-A04B-063EA553D184}" dt="2025-10-20T12:51:58.870" v="0"/>
        <pc:sldMkLst>
          <pc:docMk/>
          <pc:sldMk cId="3648227971" sldId="466"/>
        </pc:sldMkLst>
      </pc:sldChg>
      <pc:sldChg chg="addSp delSp modSp add mod">
        <pc:chgData name="ALFONSO BRAVO LLANOS" userId="26890244-94de-4362-8c7d-9fcce3a02da4" providerId="ADAL" clId="{AC10AB67-2B34-5EEF-A04B-063EA553D184}" dt="2025-10-20T12:58:45.342" v="939" actId="20577"/>
        <pc:sldMkLst>
          <pc:docMk/>
          <pc:sldMk cId="207085774" sldId="467"/>
        </pc:sldMkLst>
        <pc:spChg chg="mod">
          <ac:chgData name="ALFONSO BRAVO LLANOS" userId="26890244-94de-4362-8c7d-9fcce3a02da4" providerId="ADAL" clId="{AC10AB67-2B34-5EEF-A04B-063EA553D184}" dt="2025-10-20T12:58:45.342" v="939" actId="20577"/>
          <ac:spMkLst>
            <pc:docMk/>
            <pc:sldMk cId="207085774" sldId="467"/>
            <ac:spMk id="4" creationId="{098D8D3F-8DD7-6B0C-FD1F-2E6291A9ADF9}"/>
          </ac:spMkLst>
        </pc:spChg>
        <pc:spChg chg="add mod">
          <ac:chgData name="ALFONSO BRAVO LLANOS" userId="26890244-94de-4362-8c7d-9fcce3a02da4" providerId="ADAL" clId="{AC10AB67-2B34-5EEF-A04B-063EA553D184}" dt="2025-10-20T12:56:43.641" v="728" actId="1076"/>
          <ac:spMkLst>
            <pc:docMk/>
            <pc:sldMk cId="207085774" sldId="467"/>
            <ac:spMk id="6" creationId="{75F8BDB1-9407-60CD-528E-862CD42D1A2D}"/>
          </ac:spMkLst>
        </pc:spChg>
        <pc:spChg chg="add del mod">
          <ac:chgData name="ALFONSO BRAVO LLANOS" userId="26890244-94de-4362-8c7d-9fcce3a02da4" providerId="ADAL" clId="{AC10AB67-2B34-5EEF-A04B-063EA553D184}" dt="2025-10-20T12:58:02.331" v="751" actId="478"/>
          <ac:spMkLst>
            <pc:docMk/>
            <pc:sldMk cId="207085774" sldId="467"/>
            <ac:spMk id="7" creationId="{3C9A7C52-BF9F-6C18-7326-2E709DDF2ED2}"/>
          </ac:spMkLst>
        </pc:spChg>
        <pc:picChg chg="add del mod">
          <ac:chgData name="ALFONSO BRAVO LLANOS" userId="26890244-94de-4362-8c7d-9fcce3a02da4" providerId="ADAL" clId="{AC10AB67-2B34-5EEF-A04B-063EA553D184}" dt="2025-10-20T12:58:00.395" v="750" actId="478"/>
          <ac:picMkLst>
            <pc:docMk/>
            <pc:sldMk cId="207085774" sldId="467"/>
            <ac:picMk id="3" creationId="{89574ECB-24AA-53ED-CABD-1525F856445C}"/>
          </ac:picMkLst>
        </pc:picChg>
        <pc:picChg chg="add del mod">
          <ac:chgData name="ALFONSO BRAVO LLANOS" userId="26890244-94de-4362-8c7d-9fcce3a02da4" providerId="ADAL" clId="{AC10AB67-2B34-5EEF-A04B-063EA553D184}" dt="2025-10-20T12:55:43.760" v="569" actId="478"/>
          <ac:picMkLst>
            <pc:docMk/>
            <pc:sldMk cId="207085774" sldId="467"/>
            <ac:picMk id="5" creationId="{04A74873-312E-1E12-AC82-414D26647222}"/>
          </ac:picMkLst>
        </pc:picChg>
      </pc:sldChg>
      <pc:sldChg chg="delSp modSp add mod">
        <pc:chgData name="ALFONSO BRAVO LLANOS" userId="26890244-94de-4362-8c7d-9fcce3a02da4" providerId="ADAL" clId="{AC10AB67-2B34-5EEF-A04B-063EA553D184}" dt="2025-10-20T12:59:43.719" v="1104" actId="20577"/>
        <pc:sldMkLst>
          <pc:docMk/>
          <pc:sldMk cId="3339271921" sldId="468"/>
        </pc:sldMkLst>
        <pc:spChg chg="mod">
          <ac:chgData name="ALFONSO BRAVO LLANOS" userId="26890244-94de-4362-8c7d-9fcce3a02da4" providerId="ADAL" clId="{AC10AB67-2B34-5EEF-A04B-063EA553D184}" dt="2025-10-20T12:59:43.719" v="1104" actId="20577"/>
          <ac:spMkLst>
            <pc:docMk/>
            <pc:sldMk cId="3339271921" sldId="468"/>
            <ac:spMk id="4" creationId="{8CCBF42D-57C6-DE55-9EF6-D57B469DB806}"/>
          </ac:spMkLst>
        </pc:spChg>
        <pc:picChg chg="del">
          <ac:chgData name="ALFONSO BRAVO LLANOS" userId="26890244-94de-4362-8c7d-9fcce3a02da4" providerId="ADAL" clId="{AC10AB67-2B34-5EEF-A04B-063EA553D184}" dt="2025-10-20T12:55:48.008" v="571" actId="478"/>
          <ac:picMkLst>
            <pc:docMk/>
            <pc:sldMk cId="3339271921" sldId="468"/>
            <ac:picMk id="3" creationId="{8BC8C152-4BDF-0C4D-D60F-BF8B24CE4F1D}"/>
          </ac:picMkLst>
        </pc:picChg>
      </pc:sldChg>
      <pc:sldChg chg="modSp add mod">
        <pc:chgData name="ALFONSO BRAVO LLANOS" userId="26890244-94de-4362-8c7d-9fcce3a02da4" providerId="ADAL" clId="{AC10AB67-2B34-5EEF-A04B-063EA553D184}" dt="2025-10-20T12:57:58.590" v="749" actId="1076"/>
        <pc:sldMkLst>
          <pc:docMk/>
          <pc:sldMk cId="3727273793" sldId="469"/>
        </pc:sldMkLst>
        <pc:spChg chg="mod">
          <ac:chgData name="ALFONSO BRAVO LLANOS" userId="26890244-94de-4362-8c7d-9fcce3a02da4" providerId="ADAL" clId="{AC10AB67-2B34-5EEF-A04B-063EA553D184}" dt="2025-10-20T12:57:52.807" v="746" actId="20577"/>
          <ac:spMkLst>
            <pc:docMk/>
            <pc:sldMk cId="3727273793" sldId="469"/>
            <ac:spMk id="4" creationId="{C8DCEFF2-041D-B1A2-38DE-C4B2942A50D8}"/>
          </ac:spMkLst>
        </pc:spChg>
        <pc:spChg chg="mod">
          <ac:chgData name="ALFONSO BRAVO LLANOS" userId="26890244-94de-4362-8c7d-9fcce3a02da4" providerId="ADAL" clId="{AC10AB67-2B34-5EEF-A04B-063EA553D184}" dt="2025-10-20T12:57:58.590" v="749" actId="1076"/>
          <ac:spMkLst>
            <pc:docMk/>
            <pc:sldMk cId="3727273793" sldId="469"/>
            <ac:spMk id="7" creationId="{BF0ECADE-3BF7-FC50-8334-9644837B07C3}"/>
          </ac:spMkLst>
        </pc:spChg>
        <pc:picChg chg="mod">
          <ac:chgData name="ALFONSO BRAVO LLANOS" userId="26890244-94de-4362-8c7d-9fcce3a02da4" providerId="ADAL" clId="{AC10AB67-2B34-5EEF-A04B-063EA553D184}" dt="2025-10-20T12:57:56.172" v="748" actId="1076"/>
          <ac:picMkLst>
            <pc:docMk/>
            <pc:sldMk cId="3727273793" sldId="469"/>
            <ac:picMk id="3" creationId="{94B8D7D2-20C0-F11F-6C29-966BFBCB6F60}"/>
          </ac:picMkLst>
        </pc:picChg>
      </pc:sldChg>
    </pc:docChg>
  </pc:docChgLst>
  <pc:docChgLst>
    <pc:chgData name="ALFONSO BRAVO LLANOS" userId="26890244-94de-4362-8c7d-9fcce3a02da4" providerId="ADAL" clId="{6C416E06-E25A-1A42-905D-795E95F9C5D4}"/>
    <pc:docChg chg="undo custSel addSld delSld modSld">
      <pc:chgData name="ALFONSO BRAVO LLANOS" userId="26890244-94de-4362-8c7d-9fcce3a02da4" providerId="ADAL" clId="{6C416E06-E25A-1A42-905D-795E95F9C5D4}" dt="2023-10-23T14:01:11.056" v="994"/>
      <pc:docMkLst>
        <pc:docMk/>
      </pc:docMkLst>
      <pc:sldChg chg="delSp modSp mod">
        <pc:chgData name="ALFONSO BRAVO LLANOS" userId="26890244-94de-4362-8c7d-9fcce3a02da4" providerId="ADAL" clId="{6C416E06-E25A-1A42-905D-795E95F9C5D4}" dt="2023-10-23T08:18:15.921" v="22" actId="20577"/>
        <pc:sldMkLst>
          <pc:docMk/>
          <pc:sldMk cId="0" sldId="257"/>
        </pc:sldMkLst>
      </pc:sldChg>
      <pc:sldChg chg="del">
        <pc:chgData name="ALFONSO BRAVO LLANOS" userId="26890244-94de-4362-8c7d-9fcce3a02da4" providerId="ADAL" clId="{6C416E06-E25A-1A42-905D-795E95F9C5D4}" dt="2023-10-23T08:18:26.294" v="26" actId="2696"/>
        <pc:sldMkLst>
          <pc:docMk/>
          <pc:sldMk cId="3451780800" sldId="400"/>
        </pc:sldMkLst>
      </pc:sldChg>
      <pc:sldChg chg="del">
        <pc:chgData name="ALFONSO BRAVO LLANOS" userId="26890244-94de-4362-8c7d-9fcce3a02da4" providerId="ADAL" clId="{6C416E06-E25A-1A42-905D-795E95F9C5D4}" dt="2023-10-23T08:27:09.110" v="545" actId="2696"/>
        <pc:sldMkLst>
          <pc:docMk/>
          <pc:sldMk cId="3093489788" sldId="429"/>
        </pc:sldMkLst>
      </pc:sldChg>
      <pc:sldChg chg="del">
        <pc:chgData name="ALFONSO BRAVO LLANOS" userId="26890244-94de-4362-8c7d-9fcce3a02da4" providerId="ADAL" clId="{6C416E06-E25A-1A42-905D-795E95F9C5D4}" dt="2023-10-23T08:18:26.313" v="27" actId="2696"/>
        <pc:sldMkLst>
          <pc:docMk/>
          <pc:sldMk cId="857672935" sldId="430"/>
        </pc:sldMkLst>
      </pc:sldChg>
      <pc:sldChg chg="del">
        <pc:chgData name="ALFONSO BRAVO LLANOS" userId="26890244-94de-4362-8c7d-9fcce3a02da4" providerId="ADAL" clId="{6C416E06-E25A-1A42-905D-795E95F9C5D4}" dt="2023-10-23T08:18:26.318" v="28" actId="2696"/>
        <pc:sldMkLst>
          <pc:docMk/>
          <pc:sldMk cId="3358614938" sldId="432"/>
        </pc:sldMkLst>
      </pc:sldChg>
      <pc:sldChg chg="del">
        <pc:chgData name="ALFONSO BRAVO LLANOS" userId="26890244-94de-4362-8c7d-9fcce3a02da4" providerId="ADAL" clId="{6C416E06-E25A-1A42-905D-795E95F9C5D4}" dt="2023-10-23T08:18:26.323" v="29" actId="2696"/>
        <pc:sldMkLst>
          <pc:docMk/>
          <pc:sldMk cId="4115096517" sldId="434"/>
        </pc:sldMkLst>
      </pc:sldChg>
      <pc:sldChg chg="del">
        <pc:chgData name="ALFONSO BRAVO LLANOS" userId="26890244-94de-4362-8c7d-9fcce3a02da4" providerId="ADAL" clId="{6C416E06-E25A-1A42-905D-795E95F9C5D4}" dt="2023-10-23T08:18:26.328" v="30" actId="2696"/>
        <pc:sldMkLst>
          <pc:docMk/>
          <pc:sldMk cId="1020420661" sldId="435"/>
        </pc:sldMkLst>
      </pc:sldChg>
      <pc:sldChg chg="del">
        <pc:chgData name="ALFONSO BRAVO LLANOS" userId="26890244-94de-4362-8c7d-9fcce3a02da4" providerId="ADAL" clId="{6C416E06-E25A-1A42-905D-795E95F9C5D4}" dt="2023-10-23T08:18:26.332" v="31" actId="2696"/>
        <pc:sldMkLst>
          <pc:docMk/>
          <pc:sldMk cId="3064913660" sldId="436"/>
        </pc:sldMkLst>
      </pc:sldChg>
      <pc:sldChg chg="del">
        <pc:chgData name="ALFONSO BRAVO LLANOS" userId="26890244-94de-4362-8c7d-9fcce3a02da4" providerId="ADAL" clId="{6C416E06-E25A-1A42-905D-795E95F9C5D4}" dt="2023-10-23T08:18:26.276" v="23" actId="2696"/>
        <pc:sldMkLst>
          <pc:docMk/>
          <pc:sldMk cId="4044322856" sldId="437"/>
        </pc:sldMkLst>
      </pc:sldChg>
      <pc:sldChg chg="del">
        <pc:chgData name="ALFONSO BRAVO LLANOS" userId="26890244-94de-4362-8c7d-9fcce3a02da4" providerId="ADAL" clId="{6C416E06-E25A-1A42-905D-795E95F9C5D4}" dt="2023-10-23T08:18:26.282" v="24" actId="2696"/>
        <pc:sldMkLst>
          <pc:docMk/>
          <pc:sldMk cId="3307523284" sldId="438"/>
        </pc:sldMkLst>
      </pc:sldChg>
      <pc:sldChg chg="del">
        <pc:chgData name="ALFONSO BRAVO LLANOS" userId="26890244-94de-4362-8c7d-9fcce3a02da4" providerId="ADAL" clId="{6C416E06-E25A-1A42-905D-795E95F9C5D4}" dt="2023-10-23T08:18:26.336" v="32" actId="2696"/>
        <pc:sldMkLst>
          <pc:docMk/>
          <pc:sldMk cId="3015118511" sldId="440"/>
        </pc:sldMkLst>
      </pc:sldChg>
      <pc:sldChg chg="del">
        <pc:chgData name="ALFONSO BRAVO LLANOS" userId="26890244-94de-4362-8c7d-9fcce3a02da4" providerId="ADAL" clId="{6C416E06-E25A-1A42-905D-795E95F9C5D4}" dt="2023-10-23T08:18:26.341" v="33" actId="2696"/>
        <pc:sldMkLst>
          <pc:docMk/>
          <pc:sldMk cId="2560948921" sldId="441"/>
        </pc:sldMkLst>
      </pc:sldChg>
      <pc:sldChg chg="del">
        <pc:chgData name="ALFONSO BRAVO LLANOS" userId="26890244-94de-4362-8c7d-9fcce3a02da4" providerId="ADAL" clId="{6C416E06-E25A-1A42-905D-795E95F9C5D4}" dt="2023-10-23T08:18:26.350" v="35" actId="2696"/>
        <pc:sldMkLst>
          <pc:docMk/>
          <pc:sldMk cId="1907351097" sldId="442"/>
        </pc:sldMkLst>
      </pc:sldChg>
      <pc:sldChg chg="del">
        <pc:chgData name="ALFONSO BRAVO LLANOS" userId="26890244-94de-4362-8c7d-9fcce3a02da4" providerId="ADAL" clId="{6C416E06-E25A-1A42-905D-795E95F9C5D4}" dt="2023-10-23T08:18:26.354" v="36" actId="2696"/>
        <pc:sldMkLst>
          <pc:docMk/>
          <pc:sldMk cId="1239336833" sldId="443"/>
        </pc:sldMkLst>
      </pc:sldChg>
      <pc:sldChg chg="del">
        <pc:chgData name="ALFONSO BRAVO LLANOS" userId="26890244-94de-4362-8c7d-9fcce3a02da4" providerId="ADAL" clId="{6C416E06-E25A-1A42-905D-795E95F9C5D4}" dt="2023-10-23T08:18:26.357" v="37" actId="2696"/>
        <pc:sldMkLst>
          <pc:docMk/>
          <pc:sldMk cId="974709098" sldId="444"/>
        </pc:sldMkLst>
      </pc:sldChg>
      <pc:sldChg chg="del">
        <pc:chgData name="ALFONSO BRAVO LLANOS" userId="26890244-94de-4362-8c7d-9fcce3a02da4" providerId="ADAL" clId="{6C416E06-E25A-1A42-905D-795E95F9C5D4}" dt="2023-10-23T08:18:26.361" v="38" actId="2696"/>
        <pc:sldMkLst>
          <pc:docMk/>
          <pc:sldMk cId="3302526536" sldId="445"/>
        </pc:sldMkLst>
      </pc:sldChg>
      <pc:sldChg chg="del">
        <pc:chgData name="ALFONSO BRAVO LLANOS" userId="26890244-94de-4362-8c7d-9fcce3a02da4" providerId="ADAL" clId="{6C416E06-E25A-1A42-905D-795E95F9C5D4}" dt="2023-10-23T08:18:26.365" v="39" actId="2696"/>
        <pc:sldMkLst>
          <pc:docMk/>
          <pc:sldMk cId="4249917684" sldId="446"/>
        </pc:sldMkLst>
      </pc:sldChg>
      <pc:sldChg chg="del">
        <pc:chgData name="ALFONSO BRAVO LLANOS" userId="26890244-94de-4362-8c7d-9fcce3a02da4" providerId="ADAL" clId="{6C416E06-E25A-1A42-905D-795E95F9C5D4}" dt="2023-10-23T08:18:26.377" v="42" actId="2696"/>
        <pc:sldMkLst>
          <pc:docMk/>
          <pc:sldMk cId="2823923169" sldId="447"/>
        </pc:sldMkLst>
      </pc:sldChg>
      <pc:sldChg chg="del">
        <pc:chgData name="ALFONSO BRAVO LLANOS" userId="26890244-94de-4362-8c7d-9fcce3a02da4" providerId="ADAL" clId="{6C416E06-E25A-1A42-905D-795E95F9C5D4}" dt="2023-10-23T08:18:26.382" v="43" actId="2696"/>
        <pc:sldMkLst>
          <pc:docMk/>
          <pc:sldMk cId="2481822000" sldId="449"/>
        </pc:sldMkLst>
      </pc:sldChg>
      <pc:sldChg chg="del">
        <pc:chgData name="ALFONSO BRAVO LLANOS" userId="26890244-94de-4362-8c7d-9fcce3a02da4" providerId="ADAL" clId="{6C416E06-E25A-1A42-905D-795E95F9C5D4}" dt="2023-10-23T08:18:26.386" v="44" actId="2696"/>
        <pc:sldMkLst>
          <pc:docMk/>
          <pc:sldMk cId="651257717" sldId="450"/>
        </pc:sldMkLst>
      </pc:sldChg>
      <pc:sldChg chg="del">
        <pc:chgData name="ALFONSO BRAVO LLANOS" userId="26890244-94de-4362-8c7d-9fcce3a02da4" providerId="ADAL" clId="{6C416E06-E25A-1A42-905D-795E95F9C5D4}" dt="2023-10-23T08:18:26.369" v="40" actId="2696"/>
        <pc:sldMkLst>
          <pc:docMk/>
          <pc:sldMk cId="1355350375" sldId="451"/>
        </pc:sldMkLst>
      </pc:sldChg>
      <pc:sldChg chg="del">
        <pc:chgData name="ALFONSO BRAVO LLANOS" userId="26890244-94de-4362-8c7d-9fcce3a02da4" providerId="ADAL" clId="{6C416E06-E25A-1A42-905D-795E95F9C5D4}" dt="2023-10-23T08:18:26.372" v="41" actId="2696"/>
        <pc:sldMkLst>
          <pc:docMk/>
          <pc:sldMk cId="3412932678" sldId="452"/>
        </pc:sldMkLst>
      </pc:sldChg>
      <pc:sldChg chg="del">
        <pc:chgData name="ALFONSO BRAVO LLANOS" userId="26890244-94de-4362-8c7d-9fcce3a02da4" providerId="ADAL" clId="{6C416E06-E25A-1A42-905D-795E95F9C5D4}" dt="2023-10-23T08:18:26.390" v="45" actId="2696"/>
        <pc:sldMkLst>
          <pc:docMk/>
          <pc:sldMk cId="1183078484" sldId="453"/>
        </pc:sldMkLst>
      </pc:sldChg>
      <pc:sldChg chg="del">
        <pc:chgData name="ALFONSO BRAVO LLANOS" userId="26890244-94de-4362-8c7d-9fcce3a02da4" providerId="ADAL" clId="{6C416E06-E25A-1A42-905D-795E95F9C5D4}" dt="2023-10-23T08:18:26.397" v="46" actId="2696"/>
        <pc:sldMkLst>
          <pc:docMk/>
          <pc:sldMk cId="3296878231" sldId="454"/>
        </pc:sldMkLst>
      </pc:sldChg>
      <pc:sldChg chg="del">
        <pc:chgData name="ALFONSO BRAVO LLANOS" userId="26890244-94de-4362-8c7d-9fcce3a02da4" providerId="ADAL" clId="{6C416E06-E25A-1A42-905D-795E95F9C5D4}" dt="2023-10-23T08:18:26.346" v="34" actId="2696"/>
        <pc:sldMkLst>
          <pc:docMk/>
          <pc:sldMk cId="2545854617" sldId="455"/>
        </pc:sldMkLst>
      </pc:sldChg>
      <pc:sldChg chg="modSp mod">
        <pc:chgData name="ALFONSO BRAVO LLANOS" userId="26890244-94de-4362-8c7d-9fcce3a02da4" providerId="ADAL" clId="{6C416E06-E25A-1A42-905D-795E95F9C5D4}" dt="2023-10-23T08:27:59.650" v="586" actId="20577"/>
        <pc:sldMkLst>
          <pc:docMk/>
          <pc:sldMk cId="908134508" sldId="456"/>
        </pc:sldMkLst>
      </pc:sldChg>
      <pc:sldChg chg="del">
        <pc:chgData name="ALFONSO BRAVO LLANOS" userId="26890244-94de-4362-8c7d-9fcce3a02da4" providerId="ADAL" clId="{6C416E06-E25A-1A42-905D-795E95F9C5D4}" dt="2023-10-23T08:25:49.402" v="427" actId="2696"/>
        <pc:sldMkLst>
          <pc:docMk/>
          <pc:sldMk cId="1038528259" sldId="457"/>
        </pc:sldMkLst>
      </pc:sldChg>
      <pc:sldChg chg="del">
        <pc:chgData name="ALFONSO BRAVO LLANOS" userId="26890244-94de-4362-8c7d-9fcce3a02da4" providerId="ADAL" clId="{6C416E06-E25A-1A42-905D-795E95F9C5D4}" dt="2023-10-23T08:25:49.412" v="429" actId="2696"/>
        <pc:sldMkLst>
          <pc:docMk/>
          <pc:sldMk cId="150815680" sldId="458"/>
        </pc:sldMkLst>
      </pc:sldChg>
      <pc:sldChg chg="del">
        <pc:chgData name="ALFONSO BRAVO LLANOS" userId="26890244-94de-4362-8c7d-9fcce3a02da4" providerId="ADAL" clId="{6C416E06-E25A-1A42-905D-795E95F9C5D4}" dt="2023-10-23T08:25:49.407" v="428" actId="2696"/>
        <pc:sldMkLst>
          <pc:docMk/>
          <pc:sldMk cId="1055603940" sldId="460"/>
        </pc:sldMkLst>
      </pc:sldChg>
      <pc:sldChg chg="del">
        <pc:chgData name="ALFONSO BRAVO LLANOS" userId="26890244-94de-4362-8c7d-9fcce3a02da4" providerId="ADAL" clId="{6C416E06-E25A-1A42-905D-795E95F9C5D4}" dt="2023-10-23T08:25:49.396" v="426" actId="2696"/>
        <pc:sldMkLst>
          <pc:docMk/>
          <pc:sldMk cId="3110671445" sldId="461"/>
        </pc:sldMkLst>
      </pc:sldChg>
      <pc:sldChg chg="modSp add mod">
        <pc:chgData name="ALFONSO BRAVO LLANOS" userId="26890244-94de-4362-8c7d-9fcce3a02da4" providerId="ADAL" clId="{6C416E06-E25A-1A42-905D-795E95F9C5D4}" dt="2023-10-23T08:25:28.471" v="425" actId="5793"/>
        <pc:sldMkLst>
          <pc:docMk/>
          <pc:sldMk cId="1442836023" sldId="462"/>
        </pc:sldMkLst>
      </pc:sldChg>
      <pc:sldChg chg="del">
        <pc:chgData name="ALFONSO BRAVO LLANOS" userId="26890244-94de-4362-8c7d-9fcce3a02da4" providerId="ADAL" clId="{6C416E06-E25A-1A42-905D-795E95F9C5D4}" dt="2023-10-23T08:18:26.288" v="25" actId="2696"/>
        <pc:sldMkLst>
          <pc:docMk/>
          <pc:sldMk cId="2093330343" sldId="462"/>
        </pc:sldMkLst>
      </pc:sldChg>
      <pc:sldChg chg="modSp add mod">
        <pc:chgData name="ALFONSO BRAVO LLANOS" userId="26890244-94de-4362-8c7d-9fcce3a02da4" providerId="ADAL" clId="{6C416E06-E25A-1A42-905D-795E95F9C5D4}" dt="2023-10-23T08:27:02.426" v="544" actId="20577"/>
        <pc:sldMkLst>
          <pc:docMk/>
          <pc:sldMk cId="3693576426" sldId="463"/>
        </pc:sldMkLst>
      </pc:sldChg>
      <pc:sldChg chg="addSp delSp modSp add mod">
        <pc:chgData name="ALFONSO BRAVO LLANOS" userId="26890244-94de-4362-8c7d-9fcce3a02da4" providerId="ADAL" clId="{6C416E06-E25A-1A42-905D-795E95F9C5D4}" dt="2023-10-23T14:01:11.056" v="994"/>
        <pc:sldMkLst>
          <pc:docMk/>
          <pc:sldMk cId="1694910601" sldId="464"/>
        </pc:sldMkLst>
      </pc:sldChg>
      <pc:sldChg chg="modSp add mod">
        <pc:chgData name="ALFONSO BRAVO LLANOS" userId="26890244-94de-4362-8c7d-9fcce3a02da4" providerId="ADAL" clId="{6C416E06-E25A-1A42-905D-795E95F9C5D4}" dt="2023-10-23T08:35:28.154" v="990" actId="207"/>
        <pc:sldMkLst>
          <pc:docMk/>
          <pc:sldMk cId="1211262072" sldId="465"/>
        </pc:sldMkLst>
      </pc:sldChg>
    </pc:docChg>
  </pc:docChgLst>
  <pc:docChgLst>
    <pc:chgData name="ALFONSO BRAVO LLANOS" userId="26890244-94de-4362-8c7d-9fcce3a02da4" providerId="ADAL" clId="{13318395-D529-49DA-AC05-10E23C90A43E}"/>
    <pc:docChg chg="custSel modSld">
      <pc:chgData name="ALFONSO BRAVO LLANOS" userId="26890244-94de-4362-8c7d-9fcce3a02da4" providerId="ADAL" clId="{13318395-D529-49DA-AC05-10E23C90A43E}" dt="2023-09-24T10:16:59.245" v="82" actId="404"/>
      <pc:docMkLst>
        <pc:docMk/>
      </pc:docMkLst>
      <pc:sldChg chg="modSp mod">
        <pc:chgData name="ALFONSO BRAVO LLANOS" userId="26890244-94de-4362-8c7d-9fcce3a02da4" providerId="ADAL" clId="{13318395-D529-49DA-AC05-10E23C90A43E}" dt="2023-09-24T10:16:59.245" v="82" actId="404"/>
        <pc:sldMkLst>
          <pc:docMk/>
          <pc:sldMk cId="3451780800" sldId="40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4322" name="Rectangle 2"/>
          <p:cNvSpPr>
            <a:spLocks noGrp="1" noChangeArrowheads="1"/>
          </p:cNvSpPr>
          <p:nvPr>
            <p:ph type="hdr" sz="quarter"/>
          </p:nvPr>
        </p:nvSpPr>
        <p:spPr bwMode="auto">
          <a:xfrm>
            <a:off x="0" y="0"/>
            <a:ext cx="2938463" cy="4953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lvl1pPr>
              <a:spcBef>
                <a:spcPct val="0"/>
              </a:spcBef>
              <a:spcAft>
                <a:spcPct val="0"/>
              </a:spcAft>
              <a:buClrTx/>
              <a:buFontTx/>
              <a:buNone/>
              <a:defRPr kumimoji="1" sz="1200">
                <a:solidFill>
                  <a:schemeClr val="tx1"/>
                </a:solidFill>
                <a:latin typeface="Arial" charset="0"/>
                <a:cs typeface="+mn-cs"/>
              </a:defRPr>
            </a:lvl1pPr>
          </a:lstStyle>
          <a:p>
            <a:pPr>
              <a:defRPr/>
            </a:pPr>
            <a:endParaRPr lang="es-ES"/>
          </a:p>
        </p:txBody>
      </p:sp>
      <p:sp>
        <p:nvSpPr>
          <p:cNvPr id="824323" name="Rectangle 3"/>
          <p:cNvSpPr>
            <a:spLocks noGrp="1" noChangeArrowheads="1"/>
          </p:cNvSpPr>
          <p:nvPr>
            <p:ph type="dt" sz="quarter" idx="1"/>
          </p:nvPr>
        </p:nvSpPr>
        <p:spPr bwMode="auto">
          <a:xfrm>
            <a:off x="3841750" y="0"/>
            <a:ext cx="2938463" cy="4953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spcAft>
                <a:spcPct val="0"/>
              </a:spcAft>
              <a:buClrTx/>
              <a:buFontTx/>
              <a:buNone/>
              <a:defRPr kumimoji="1" sz="1200">
                <a:solidFill>
                  <a:schemeClr val="tx1"/>
                </a:solidFill>
                <a:latin typeface="Arial" charset="0"/>
                <a:cs typeface="+mn-cs"/>
              </a:defRPr>
            </a:lvl1pPr>
          </a:lstStyle>
          <a:p>
            <a:pPr>
              <a:defRPr/>
            </a:pPr>
            <a:endParaRPr lang="es-ES"/>
          </a:p>
        </p:txBody>
      </p:sp>
      <p:sp>
        <p:nvSpPr>
          <p:cNvPr id="824324" name="Rectangle 4"/>
          <p:cNvSpPr>
            <a:spLocks noGrp="1" noChangeArrowheads="1"/>
          </p:cNvSpPr>
          <p:nvPr>
            <p:ph type="ftr" sz="quarter" idx="2"/>
          </p:nvPr>
        </p:nvSpPr>
        <p:spPr bwMode="auto">
          <a:xfrm>
            <a:off x="0" y="9421813"/>
            <a:ext cx="2938463" cy="4953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b" anchorCtr="0" compatLnSpc="1">
            <a:prstTxWarp prst="textNoShape">
              <a:avLst/>
            </a:prstTxWarp>
          </a:bodyPr>
          <a:lstStyle>
            <a:lvl1pPr>
              <a:spcBef>
                <a:spcPct val="0"/>
              </a:spcBef>
              <a:spcAft>
                <a:spcPct val="0"/>
              </a:spcAft>
              <a:buClrTx/>
              <a:buFontTx/>
              <a:buNone/>
              <a:defRPr kumimoji="1" sz="1200">
                <a:solidFill>
                  <a:schemeClr val="tx1"/>
                </a:solidFill>
                <a:latin typeface="Arial" charset="0"/>
                <a:cs typeface="+mn-cs"/>
              </a:defRPr>
            </a:lvl1pPr>
          </a:lstStyle>
          <a:p>
            <a:pPr>
              <a:defRPr/>
            </a:pPr>
            <a:endParaRPr lang="es-ES"/>
          </a:p>
        </p:txBody>
      </p:sp>
      <p:sp>
        <p:nvSpPr>
          <p:cNvPr id="824325" name="Rectangle 5"/>
          <p:cNvSpPr>
            <a:spLocks noGrp="1" noChangeArrowheads="1"/>
          </p:cNvSpPr>
          <p:nvPr>
            <p:ph type="sldNum" sz="quarter" idx="3"/>
          </p:nvPr>
        </p:nvSpPr>
        <p:spPr bwMode="auto">
          <a:xfrm>
            <a:off x="3841750" y="9421813"/>
            <a:ext cx="2938463" cy="4953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spcAft>
                <a:spcPct val="0"/>
              </a:spcAft>
              <a:buClrTx/>
              <a:buFontTx/>
              <a:buNone/>
              <a:defRPr kumimoji="1" sz="1200">
                <a:solidFill>
                  <a:schemeClr val="tx1"/>
                </a:solidFill>
                <a:latin typeface="Arial" charset="0"/>
                <a:cs typeface="+mn-cs"/>
              </a:defRPr>
            </a:lvl1pPr>
          </a:lstStyle>
          <a:p>
            <a:pPr>
              <a:defRPr/>
            </a:pPr>
            <a:fld id="{A3B6BC09-5109-F340-8328-144E817A8F4F}" type="slidenum">
              <a:rPr lang="es-ES"/>
              <a:pPr>
                <a:defRPr/>
              </a:pPr>
              <a:t>‹Nº›</a:t>
            </a:fld>
            <a:endParaRPr lang="es-ES"/>
          </a:p>
        </p:txBody>
      </p:sp>
    </p:spTree>
    <p:extLst>
      <p:ext uri="{BB962C8B-B14F-4D97-AF65-F5344CB8AC3E}">
        <p14:creationId xmlns:p14="http://schemas.microsoft.com/office/powerpoint/2010/main" val="9910339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38463" cy="496888"/>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sq">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vert="horz" wrap="square" lIns="94531" tIns="47265" rIns="94531" bIns="47265" numCol="1" anchor="t" anchorCtr="0" compatLnSpc="1">
            <a:prstTxWarp prst="textNoShape">
              <a:avLst/>
            </a:prstTxWarp>
          </a:bodyPr>
          <a:lstStyle>
            <a:lvl1pPr defTabSz="944563">
              <a:spcBef>
                <a:spcPct val="0"/>
              </a:spcBef>
              <a:spcAft>
                <a:spcPct val="0"/>
              </a:spcAft>
              <a:buClrTx/>
              <a:buFontTx/>
              <a:buNone/>
              <a:defRPr sz="1200">
                <a:solidFill>
                  <a:schemeClr val="tx1"/>
                </a:solidFill>
                <a:latin typeface="Times New Roman" charset="0"/>
                <a:cs typeface="+mn-cs"/>
              </a:defRPr>
            </a:lvl1pPr>
          </a:lstStyle>
          <a:p>
            <a:pPr>
              <a:defRPr/>
            </a:pPr>
            <a:endParaRPr lang="en-US"/>
          </a:p>
        </p:txBody>
      </p:sp>
      <p:sp>
        <p:nvSpPr>
          <p:cNvPr id="17411" name="Rectangle 3"/>
          <p:cNvSpPr>
            <a:spLocks noGrp="1" noChangeArrowheads="1"/>
          </p:cNvSpPr>
          <p:nvPr>
            <p:ph type="dt" idx="1"/>
          </p:nvPr>
        </p:nvSpPr>
        <p:spPr bwMode="auto">
          <a:xfrm>
            <a:off x="3843338" y="0"/>
            <a:ext cx="2938462" cy="496888"/>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sq">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vert="horz" wrap="square" lIns="94531" tIns="47265" rIns="94531" bIns="47265" numCol="1" anchor="t" anchorCtr="0" compatLnSpc="1">
            <a:prstTxWarp prst="textNoShape">
              <a:avLst/>
            </a:prstTxWarp>
          </a:bodyPr>
          <a:lstStyle>
            <a:lvl1pPr algn="r" defTabSz="944563">
              <a:spcBef>
                <a:spcPct val="0"/>
              </a:spcBef>
              <a:spcAft>
                <a:spcPct val="0"/>
              </a:spcAft>
              <a:buClrTx/>
              <a:buFontTx/>
              <a:buNone/>
              <a:defRPr sz="1200">
                <a:solidFill>
                  <a:schemeClr val="tx1"/>
                </a:solidFill>
                <a:latin typeface="Times New Roman" charset="0"/>
                <a:cs typeface="+mn-cs"/>
              </a:defRPr>
            </a:lvl1pPr>
          </a:lstStyle>
          <a:p>
            <a:pPr>
              <a:defRPr/>
            </a:pPr>
            <a:endParaRPr lang="en-US"/>
          </a:p>
        </p:txBody>
      </p:sp>
      <p:sp>
        <p:nvSpPr>
          <p:cNvPr id="17412" name="Rectangle 4"/>
          <p:cNvSpPr>
            <a:spLocks noGrp="1" noRot="1" noChangeAspect="1" noChangeArrowheads="1" noTextEdit="1"/>
          </p:cNvSpPr>
          <p:nvPr>
            <p:ph type="sldImg" idx="2"/>
          </p:nvPr>
        </p:nvSpPr>
        <p:spPr bwMode="auto">
          <a:xfrm>
            <a:off x="909638" y="742950"/>
            <a:ext cx="4962525" cy="3721100"/>
          </a:xfrm>
          <a:prstGeom prst="rect">
            <a:avLst/>
          </a:prstGeom>
          <a:no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17413" name="Rectangle 5"/>
          <p:cNvSpPr>
            <a:spLocks noGrp="1" noChangeArrowheads="1"/>
          </p:cNvSpPr>
          <p:nvPr>
            <p:ph type="body" sz="quarter" idx="3"/>
          </p:nvPr>
        </p:nvSpPr>
        <p:spPr bwMode="auto">
          <a:xfrm>
            <a:off x="903288" y="4711700"/>
            <a:ext cx="4975225" cy="446405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sq">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vert="horz" wrap="square" lIns="94531" tIns="47265" rIns="94531" bIns="47265" numCol="1" anchor="t" anchorCtr="0" compatLnSpc="1">
            <a:prstTxWarp prst="textNoShape">
              <a:avLst/>
            </a:prstTxWarp>
          </a:bodyPr>
          <a:lstStyle/>
          <a:p>
            <a:pPr lvl="0"/>
            <a:r>
              <a:rPr lang="en-US" noProof="0"/>
              <a:t>Click to edit Master text styles</a:t>
            </a:r>
          </a:p>
          <a:p>
            <a:pPr lvl="0"/>
            <a:r>
              <a:rPr lang="en-US" noProof="0"/>
              <a:t>Second level</a:t>
            </a:r>
          </a:p>
          <a:p>
            <a:pPr lvl="0"/>
            <a:r>
              <a:rPr lang="en-US" noProof="0"/>
              <a:t>Third level</a:t>
            </a:r>
          </a:p>
          <a:p>
            <a:pPr lvl="0"/>
            <a:r>
              <a:rPr lang="en-US" noProof="0"/>
              <a:t>Fourth level</a:t>
            </a:r>
          </a:p>
          <a:p>
            <a:pPr lvl="0"/>
            <a:r>
              <a:rPr lang="en-US" noProof="0"/>
              <a:t>Fifth level</a:t>
            </a:r>
          </a:p>
        </p:txBody>
      </p:sp>
      <p:sp>
        <p:nvSpPr>
          <p:cNvPr id="17414" name="Rectangle 6"/>
          <p:cNvSpPr>
            <a:spLocks noGrp="1" noChangeArrowheads="1"/>
          </p:cNvSpPr>
          <p:nvPr>
            <p:ph type="ftr" sz="quarter" idx="4"/>
          </p:nvPr>
        </p:nvSpPr>
        <p:spPr bwMode="auto">
          <a:xfrm>
            <a:off x="0" y="9423400"/>
            <a:ext cx="2938463" cy="4953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sq">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vert="horz" wrap="square" lIns="94531" tIns="47265" rIns="94531" bIns="47265" numCol="1" anchor="b" anchorCtr="0" compatLnSpc="1">
            <a:prstTxWarp prst="textNoShape">
              <a:avLst/>
            </a:prstTxWarp>
          </a:bodyPr>
          <a:lstStyle>
            <a:lvl1pPr defTabSz="944563">
              <a:spcBef>
                <a:spcPct val="0"/>
              </a:spcBef>
              <a:spcAft>
                <a:spcPct val="0"/>
              </a:spcAft>
              <a:buClrTx/>
              <a:buFontTx/>
              <a:buNone/>
              <a:defRPr sz="1200">
                <a:solidFill>
                  <a:schemeClr val="tx1"/>
                </a:solidFill>
                <a:latin typeface="Times New Roman" charset="0"/>
                <a:cs typeface="+mn-cs"/>
              </a:defRPr>
            </a:lvl1pPr>
          </a:lstStyle>
          <a:p>
            <a:pPr>
              <a:defRPr/>
            </a:pPr>
            <a:endParaRPr lang="en-US"/>
          </a:p>
        </p:txBody>
      </p:sp>
      <p:sp>
        <p:nvSpPr>
          <p:cNvPr id="17415" name="Rectangle 7"/>
          <p:cNvSpPr>
            <a:spLocks noGrp="1" noChangeArrowheads="1"/>
          </p:cNvSpPr>
          <p:nvPr>
            <p:ph type="sldNum" sz="quarter" idx="5"/>
          </p:nvPr>
        </p:nvSpPr>
        <p:spPr bwMode="auto">
          <a:xfrm>
            <a:off x="3843338" y="9423400"/>
            <a:ext cx="2938462" cy="4953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sq">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vert="horz" wrap="square" lIns="94531" tIns="47265" rIns="94531" bIns="47265" numCol="1" anchor="b" anchorCtr="0" compatLnSpc="1">
            <a:prstTxWarp prst="textNoShape">
              <a:avLst/>
            </a:prstTxWarp>
          </a:bodyPr>
          <a:lstStyle>
            <a:lvl1pPr algn="r" defTabSz="944563">
              <a:spcBef>
                <a:spcPct val="0"/>
              </a:spcBef>
              <a:spcAft>
                <a:spcPct val="0"/>
              </a:spcAft>
              <a:buClrTx/>
              <a:buFontTx/>
              <a:buNone/>
              <a:defRPr sz="1200">
                <a:solidFill>
                  <a:schemeClr val="tx1"/>
                </a:solidFill>
                <a:latin typeface="Times New Roman" charset="0"/>
                <a:cs typeface="+mn-cs"/>
              </a:defRPr>
            </a:lvl1pPr>
          </a:lstStyle>
          <a:p>
            <a:pPr>
              <a:defRPr/>
            </a:pPr>
            <a:fld id="{459D781E-7AFB-2C4F-8023-74D11982C87B}" type="slidenum">
              <a:rPr lang="en-US"/>
              <a:pPr>
                <a:defRPr/>
              </a:pPr>
              <a:t>‹Nº›</a:t>
            </a:fld>
            <a:endParaRPr lang="en-US"/>
          </a:p>
        </p:txBody>
      </p:sp>
    </p:spTree>
    <p:extLst>
      <p:ext uri="{BB962C8B-B14F-4D97-AF65-F5344CB8AC3E}">
        <p14:creationId xmlns:p14="http://schemas.microsoft.com/office/powerpoint/2010/main" val="245026179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charset="0"/>
        <a:ea typeface="ＭＳ Ｐゴシック" charset="0"/>
        <a:cs typeface="ＭＳ Ｐゴシック" charset="0"/>
      </a:defRPr>
    </a:lvl1pPr>
    <a:lvl2pPr marL="742950" indent="-285750" algn="l" rtl="0" eaLnBrk="0" fontAlgn="base" hangingPunct="0">
      <a:spcBef>
        <a:spcPct val="30000"/>
      </a:spcBef>
      <a:spcAft>
        <a:spcPct val="0"/>
      </a:spcAft>
      <a:defRPr kumimoji="1" sz="1200" kern="1200">
        <a:solidFill>
          <a:schemeClr val="tx1"/>
        </a:solidFill>
        <a:latin typeface="Times New Roman" charset="0"/>
        <a:ea typeface="ＭＳ Ｐゴシック" charset="0"/>
        <a:cs typeface="+mn-cs"/>
      </a:defRPr>
    </a:lvl2pPr>
    <a:lvl3pPr marL="1143000" indent="-228600" algn="l" rtl="0" eaLnBrk="0" fontAlgn="base" hangingPunct="0">
      <a:spcBef>
        <a:spcPct val="30000"/>
      </a:spcBef>
      <a:spcAft>
        <a:spcPct val="0"/>
      </a:spcAft>
      <a:defRPr kumimoji="1" sz="1200" kern="1200">
        <a:solidFill>
          <a:schemeClr val="tx1"/>
        </a:solidFill>
        <a:latin typeface="Times New Roman" charset="0"/>
        <a:ea typeface="ＭＳ Ｐゴシック" charset="0"/>
        <a:cs typeface="+mn-cs"/>
      </a:defRPr>
    </a:lvl3pPr>
    <a:lvl4pPr marL="1600200" indent="-228600" algn="l" rtl="0" eaLnBrk="0" fontAlgn="base" hangingPunct="0">
      <a:spcBef>
        <a:spcPct val="30000"/>
      </a:spcBef>
      <a:spcAft>
        <a:spcPct val="0"/>
      </a:spcAft>
      <a:defRPr kumimoji="1" sz="1200" kern="1200">
        <a:solidFill>
          <a:schemeClr val="tx1"/>
        </a:solidFill>
        <a:latin typeface="Times New Roman" charset="0"/>
        <a:ea typeface="ＭＳ Ｐゴシック" charset="0"/>
        <a:cs typeface="+mn-cs"/>
      </a:defRPr>
    </a:lvl4pPr>
    <a:lvl5pPr marL="2057400" indent="-228600" algn="l" rtl="0" eaLnBrk="0" fontAlgn="base" hangingPunct="0">
      <a:spcBef>
        <a:spcPct val="30000"/>
      </a:spcBef>
      <a:spcAft>
        <a:spcPct val="0"/>
      </a:spcAft>
      <a:defRPr kumimoji="1" sz="1200" kern="1200">
        <a:solidFill>
          <a:schemeClr val="tx1"/>
        </a:solidFill>
        <a:latin typeface="Times New Roman"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Transformación:</a:t>
            </a:r>
          </a:p>
          <a:p>
            <a:pPr marL="171450" indent="-171450">
              <a:buFont typeface="Arial" panose="020B0604020202020204" pitchFamily="34" charset="0"/>
              <a:buChar char="•"/>
            </a:pPr>
            <a:r>
              <a:rPr lang="es-ES" dirty="0"/>
              <a:t>Crear vista nueva</a:t>
            </a:r>
          </a:p>
          <a:p>
            <a:pPr marL="171450" indent="-171450">
              <a:buFont typeface="Arial" panose="020B0604020202020204" pitchFamily="34" charset="0"/>
              <a:buChar char="•"/>
            </a:pPr>
            <a:r>
              <a:rPr lang="es-ES" dirty="0"/>
              <a:t>Editar la vista para mostrar todo sin carpetas</a:t>
            </a:r>
          </a:p>
          <a:p>
            <a:pPr marL="171450" indent="-171450">
              <a:buFont typeface="Arial" panose="020B0604020202020204" pitchFamily="34" charset="0"/>
              <a:buChar char="•"/>
            </a:pPr>
            <a:r>
              <a:rPr lang="es-ES" dirty="0"/>
              <a:t>Seleccionar esa vista cuando se quiera hacer búsqueda por metadatos</a:t>
            </a:r>
          </a:p>
          <a:p>
            <a:pPr marL="171450" indent="-171450">
              <a:buFont typeface="Arial" panose="020B0604020202020204" pitchFamily="34" charset="0"/>
              <a:buChar char="•"/>
            </a:pPr>
            <a:endParaRPr lang="es-ES" dirty="0"/>
          </a:p>
          <a:p>
            <a:pPr marL="0" indent="0">
              <a:buFont typeface="Arial" panose="020B0604020202020204" pitchFamily="34" charset="0"/>
              <a:buNone/>
            </a:pPr>
            <a:r>
              <a:rPr lang="es-ES" dirty="0"/>
              <a:t>IMPORTANTE: si buscamos por metadatos documentos concretos, tenemos que añadir ese metadato a todos los documentos para identificar su tipo. Por ejemplo, si estamos buscando facturas por la fecha, no sólo hay que añadir el metadato (columna) “fecha”, sino también el metadato “tipo de documento” y darle el valor “factura” para todas las facturas. Así, aplicaremos 2 filtros: por tipo de documento y por fecha.</a:t>
            </a:r>
          </a:p>
          <a:p>
            <a:pPr marL="0" indent="0">
              <a:buFont typeface="Arial" panose="020B0604020202020204" pitchFamily="34" charset="0"/>
              <a:buNone/>
            </a:pPr>
            <a:endParaRPr lang="es-ES" dirty="0"/>
          </a:p>
          <a:p>
            <a:pPr marL="0" indent="0">
              <a:buFont typeface="Arial" panose="020B0604020202020204" pitchFamily="34" charset="0"/>
              <a:buNone/>
            </a:pPr>
            <a:r>
              <a:rPr lang="es-ES" dirty="0"/>
              <a:t>UML de diseño:</a:t>
            </a:r>
          </a:p>
          <a:p>
            <a:pPr marL="0" indent="0">
              <a:buFont typeface="Arial" panose="020B0604020202020204" pitchFamily="34" charset="0"/>
              <a:buNone/>
            </a:pPr>
            <a:endParaRPr lang="es-ES" dirty="0"/>
          </a:p>
          <a:p>
            <a:pPr marL="171450" indent="-171450">
              <a:buFont typeface="Arial" panose="020B0604020202020204" pitchFamily="34" charset="0"/>
              <a:buChar char="•"/>
            </a:pPr>
            <a:r>
              <a:rPr lang="es-ES" dirty="0"/>
              <a:t>Los roles pueden ir a carpetas y a documentos.</a:t>
            </a:r>
          </a:p>
          <a:p>
            <a:pPr marL="171450" indent="-171450">
              <a:buFont typeface="Arial" panose="020B0604020202020204" pitchFamily="34" charset="0"/>
              <a:buChar char="•"/>
            </a:pPr>
            <a:r>
              <a:rPr lang="es-ES" dirty="0"/>
              <a:t>Los roles para sitios y carpetas están predefinidos: propietario, visitante e integrante.</a:t>
            </a:r>
          </a:p>
          <a:p>
            <a:pPr marL="171450" indent="-171450">
              <a:buFont typeface="Arial" panose="020B0604020202020204" pitchFamily="34" charset="0"/>
              <a:buChar char="•"/>
            </a:pPr>
            <a:r>
              <a:rPr lang="es-ES" dirty="0"/>
              <a:t>También se pueden añadir permisos individuales (omitir).</a:t>
            </a:r>
          </a:p>
          <a:p>
            <a:pPr marL="171450" indent="-171450">
              <a:buFont typeface="Arial" panose="020B0604020202020204" pitchFamily="34" charset="0"/>
              <a:buChar char="•"/>
            </a:pPr>
            <a:r>
              <a:rPr lang="es-ES" dirty="0"/>
              <a:t>Según la búsqueda por metadatos y la distribución de documentos en carpetas, habrá que añadir metadatos a nivel de documento o de carpeta para identificar los tipos de datos (ver ejemplo más arriba).</a:t>
            </a:r>
          </a:p>
        </p:txBody>
      </p:sp>
      <p:sp>
        <p:nvSpPr>
          <p:cNvPr id="4" name="Marcador de número de diapositiva 3"/>
          <p:cNvSpPr>
            <a:spLocks noGrp="1"/>
          </p:cNvSpPr>
          <p:nvPr>
            <p:ph type="sldNum" sz="quarter" idx="5"/>
          </p:nvPr>
        </p:nvSpPr>
        <p:spPr/>
        <p:txBody>
          <a:bodyPr/>
          <a:lstStyle/>
          <a:p>
            <a:pPr>
              <a:defRPr/>
            </a:pPr>
            <a:fld id="{459D781E-7AFB-2C4F-8023-74D11982C87B}" type="slidenum">
              <a:rPr lang="en-US" smtClean="0"/>
              <a:pPr>
                <a:defRPr/>
              </a:pPr>
              <a:t>3</a:t>
            </a:fld>
            <a:endParaRPr lang="en-US"/>
          </a:p>
        </p:txBody>
      </p:sp>
    </p:spTree>
    <p:extLst>
      <p:ext uri="{BB962C8B-B14F-4D97-AF65-F5344CB8AC3E}">
        <p14:creationId xmlns:p14="http://schemas.microsoft.com/office/powerpoint/2010/main" val="11361156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4" name="Picture 22" descr="fondo_titul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938" y="-12700"/>
            <a:ext cx="9188451" cy="68913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Text Box 25"/>
          <p:cNvSpPr txBox="1">
            <a:spLocks noChangeArrowheads="1"/>
          </p:cNvSpPr>
          <p:nvPr userDrawn="1"/>
        </p:nvSpPr>
        <p:spPr bwMode="auto">
          <a:xfrm>
            <a:off x="3203575" y="4587875"/>
            <a:ext cx="5545138" cy="6413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spcBef>
                <a:spcPct val="0"/>
              </a:spcBef>
              <a:spcAft>
                <a:spcPct val="0"/>
              </a:spcAft>
              <a:buClrTx/>
              <a:buFontTx/>
              <a:buNone/>
              <a:defRPr/>
            </a:pPr>
            <a:r>
              <a:rPr lang="es-ES_tradnl" sz="1800" b="1" i="1">
                <a:effectLst>
                  <a:outerShdw blurRad="38100" dist="38100" dir="2700000" algn="tl">
                    <a:srgbClr val="DDDDDD"/>
                  </a:outerShdw>
                </a:effectLst>
                <a:latin typeface="Frutiger Linotype" charset="0"/>
                <a:cs typeface="+mn-cs"/>
              </a:rPr>
              <a:t>Departamento de</a:t>
            </a:r>
          </a:p>
          <a:p>
            <a:pPr algn="ctr" eaLnBrk="1" hangingPunct="1">
              <a:spcBef>
                <a:spcPct val="0"/>
              </a:spcBef>
              <a:spcAft>
                <a:spcPct val="0"/>
              </a:spcAft>
              <a:buClrTx/>
              <a:buFontTx/>
              <a:buNone/>
              <a:defRPr/>
            </a:pPr>
            <a:r>
              <a:rPr lang="es-ES_tradnl" sz="1800" b="1" i="1">
                <a:effectLst>
                  <a:outerShdw blurRad="38100" dist="38100" dir="2700000" algn="tl">
                    <a:srgbClr val="DDDDDD"/>
                  </a:outerShdw>
                </a:effectLst>
                <a:latin typeface="Frutiger Linotype" charset="0"/>
                <a:cs typeface="+mn-cs"/>
              </a:rPr>
              <a:t>Lenguajes y Sistemas Informáticos</a:t>
            </a:r>
            <a:endParaRPr lang="es-ES" sz="1800" b="1" i="1">
              <a:effectLst>
                <a:outerShdw blurRad="38100" dist="38100" dir="2700000" algn="tl">
                  <a:srgbClr val="DDDDDD"/>
                </a:outerShdw>
              </a:effectLst>
              <a:latin typeface="Frutiger Linotype" charset="0"/>
              <a:cs typeface="+mn-cs"/>
            </a:endParaRPr>
          </a:p>
        </p:txBody>
      </p:sp>
      <p:grpSp>
        <p:nvGrpSpPr>
          <p:cNvPr id="6" name="Group 26"/>
          <p:cNvGrpSpPr>
            <a:grpSpLocks/>
          </p:cNvGrpSpPr>
          <p:nvPr userDrawn="1"/>
        </p:nvGrpSpPr>
        <p:grpSpPr bwMode="auto">
          <a:xfrm>
            <a:off x="6992938" y="152400"/>
            <a:ext cx="1998662" cy="1073150"/>
            <a:chOff x="4132" y="119"/>
            <a:chExt cx="1259" cy="676"/>
          </a:xfrm>
        </p:grpSpPr>
        <p:pic>
          <p:nvPicPr>
            <p:cNvPr id="7" name="Picture 27" descr="ETSII"/>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49" y="119"/>
              <a:ext cx="626" cy="2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8"/>
            <p:cNvSpPr>
              <a:spLocks noChangeArrowheads="1"/>
            </p:cNvSpPr>
            <p:nvPr/>
          </p:nvSpPr>
          <p:spPr bwMode="auto">
            <a:xfrm>
              <a:off x="4132" y="429"/>
              <a:ext cx="1259" cy="36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spcBef>
                  <a:spcPct val="0"/>
                </a:spcBef>
                <a:spcAft>
                  <a:spcPct val="0"/>
                </a:spcAft>
                <a:buClrTx/>
                <a:buFontTx/>
                <a:buNone/>
                <a:defRPr/>
              </a:pPr>
              <a:r>
                <a:rPr lang="es-ES" sz="1600">
                  <a:solidFill>
                    <a:srgbClr val="404257"/>
                  </a:solidFill>
                  <a:latin typeface="Arial Narrow" charset="0"/>
                  <a:cs typeface="+mn-cs"/>
                </a:rPr>
                <a:t>escuela técnica superior</a:t>
              </a:r>
            </a:p>
            <a:p>
              <a:pPr algn="ctr" eaLnBrk="1" hangingPunct="1">
                <a:spcBef>
                  <a:spcPct val="0"/>
                </a:spcBef>
                <a:spcAft>
                  <a:spcPct val="0"/>
                </a:spcAft>
                <a:buClrTx/>
                <a:buFontTx/>
                <a:buNone/>
                <a:defRPr/>
              </a:pPr>
              <a:r>
                <a:rPr lang="es-ES" sz="1600">
                  <a:solidFill>
                    <a:srgbClr val="404257"/>
                  </a:solidFill>
                  <a:latin typeface="Arial Narrow" charset="0"/>
                  <a:cs typeface="+mn-cs"/>
                </a:rPr>
                <a:t>de ingeniería</a:t>
              </a:r>
              <a:r>
                <a:rPr lang="es-ES" sz="1600">
                  <a:solidFill>
                    <a:schemeClr val="tx1"/>
                  </a:solidFill>
                  <a:latin typeface="Arial Narrow" charset="0"/>
                  <a:cs typeface="+mn-cs"/>
                </a:rPr>
                <a:t> </a:t>
              </a:r>
              <a:r>
                <a:rPr lang="es-ES" sz="1600">
                  <a:solidFill>
                    <a:srgbClr val="537CAA"/>
                  </a:solidFill>
                  <a:latin typeface="Arial Narrow" charset="0"/>
                  <a:cs typeface="+mn-cs"/>
                </a:rPr>
                <a:t>informática</a:t>
              </a:r>
              <a:endParaRPr lang="es-ES" sz="1600">
                <a:solidFill>
                  <a:srgbClr val="537CAA"/>
                </a:solidFill>
                <a:latin typeface="Arial" charset="0"/>
                <a:cs typeface="+mn-cs"/>
              </a:endParaRPr>
            </a:p>
          </p:txBody>
        </p:sp>
      </p:grpSp>
      <p:sp>
        <p:nvSpPr>
          <p:cNvPr id="242711" name="Rectangle 23"/>
          <p:cNvSpPr>
            <a:spLocks noGrp="1" noChangeArrowheads="1"/>
          </p:cNvSpPr>
          <p:nvPr>
            <p:ph type="subTitle" idx="1"/>
          </p:nvPr>
        </p:nvSpPr>
        <p:spPr>
          <a:xfrm>
            <a:off x="3203575" y="5372100"/>
            <a:ext cx="5537200" cy="817563"/>
          </a:xfrm>
        </p:spPr>
        <p:txBody>
          <a:bodyPr/>
          <a:lstStyle>
            <a:lvl1pPr marL="0" indent="0" algn="ctr">
              <a:buFont typeface="Symbol" charset="0"/>
              <a:buNone/>
              <a:defRPr b="1"/>
            </a:lvl1pPr>
          </a:lstStyle>
          <a:p>
            <a:pPr lvl="0"/>
            <a:r>
              <a:rPr lang="es-ES" noProof="0"/>
              <a:t>Haga clic para modificar el estilo de subtítulo del patrón</a:t>
            </a:r>
          </a:p>
          <a:p>
            <a:pPr lvl="0"/>
            <a:endParaRPr lang="es-ES" noProof="0"/>
          </a:p>
        </p:txBody>
      </p:sp>
      <p:sp>
        <p:nvSpPr>
          <p:cNvPr id="242712" name="Rectangle 24"/>
          <p:cNvSpPr>
            <a:spLocks noGrp="1" noChangeArrowheads="1"/>
          </p:cNvSpPr>
          <p:nvPr>
            <p:ph type="ctrTitle"/>
          </p:nvPr>
        </p:nvSpPr>
        <p:spPr>
          <a:xfrm>
            <a:off x="3203575" y="2132013"/>
            <a:ext cx="5545138" cy="2305050"/>
          </a:xfrm>
        </p:spPr>
        <p:txBody>
          <a:bodyPr anchor="t" anchorCtr="1"/>
          <a:lstStyle>
            <a:lvl1pPr algn="ctr">
              <a:defRPr sz="3600"/>
            </a:lvl1pPr>
          </a:lstStyle>
          <a:p>
            <a:pPr lvl="0"/>
            <a:r>
              <a:rPr lang="es-ES" noProof="0"/>
              <a:t>Haga clic para cambiar el estilo de título</a:t>
            </a:r>
          </a:p>
        </p:txBody>
      </p:sp>
    </p:spTree>
    <p:extLst>
      <p:ext uri="{BB962C8B-B14F-4D97-AF65-F5344CB8AC3E}">
        <p14:creationId xmlns:p14="http://schemas.microsoft.com/office/powerpoint/2010/main" val="3886709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p>
        </p:txBody>
      </p:sp>
      <p:sp>
        <p:nvSpPr>
          <p:cNvPr id="3" name="Marcador de contenido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Tree>
    <p:extLst>
      <p:ext uri="{BB962C8B-B14F-4D97-AF65-F5344CB8AC3E}">
        <p14:creationId xmlns:p14="http://schemas.microsoft.com/office/powerpoint/2010/main" val="3495375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es-ES_tradnl"/>
              <a:t>Clic para editar título</a:t>
            </a:r>
          </a:p>
        </p:txBody>
      </p:sp>
      <p:sp>
        <p:nvSpPr>
          <p:cNvPr id="3" name="Marcador de texto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_tradnl"/>
              <a:t>Haga clic para modificar el estilo de texto del patrón</a:t>
            </a:r>
          </a:p>
        </p:txBody>
      </p:sp>
    </p:spTree>
    <p:extLst>
      <p:ext uri="{BB962C8B-B14F-4D97-AF65-F5344CB8AC3E}">
        <p14:creationId xmlns:p14="http://schemas.microsoft.com/office/powerpoint/2010/main" val="1990204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p>
        </p:txBody>
      </p:sp>
      <p:sp>
        <p:nvSpPr>
          <p:cNvPr id="3" name="Marcador de contenido 2"/>
          <p:cNvSpPr>
            <a:spLocks noGrp="1"/>
          </p:cNvSpPr>
          <p:nvPr>
            <p:ph sz="half" idx="1"/>
          </p:nvPr>
        </p:nvSpPr>
        <p:spPr>
          <a:xfrm>
            <a:off x="585788" y="1219200"/>
            <a:ext cx="3897312"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4" name="Marcador de contenido 3"/>
          <p:cNvSpPr>
            <a:spLocks noGrp="1"/>
          </p:cNvSpPr>
          <p:nvPr>
            <p:ph sz="half" idx="2"/>
          </p:nvPr>
        </p:nvSpPr>
        <p:spPr>
          <a:xfrm>
            <a:off x="4635500" y="1219200"/>
            <a:ext cx="38989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Tree>
    <p:extLst>
      <p:ext uri="{BB962C8B-B14F-4D97-AF65-F5344CB8AC3E}">
        <p14:creationId xmlns:p14="http://schemas.microsoft.com/office/powerpoint/2010/main" val="2118096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8229600" cy="1143000"/>
          </a:xfrm>
        </p:spPr>
        <p:txBody>
          <a:bodyPr/>
          <a:lstStyle>
            <a:lvl1pPr>
              <a:defRPr/>
            </a:lvl1pPr>
          </a:lstStyle>
          <a:p>
            <a:r>
              <a:rPr lang="es-ES_tradnl"/>
              <a:t>Clic para editar título</a:t>
            </a:r>
          </a:p>
        </p:txBody>
      </p:sp>
      <p:sp>
        <p:nvSpPr>
          <p:cNvPr id="3" name="Marcador de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4" name="Marcador de conteni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5" name="Marcador de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6" name="Marcador de conteni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Tree>
    <p:extLst>
      <p:ext uri="{BB962C8B-B14F-4D97-AF65-F5344CB8AC3E}">
        <p14:creationId xmlns:p14="http://schemas.microsoft.com/office/powerpoint/2010/main" val="1901117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p>
        </p:txBody>
      </p:sp>
    </p:spTree>
    <p:extLst>
      <p:ext uri="{BB962C8B-B14F-4D97-AF65-F5344CB8AC3E}">
        <p14:creationId xmlns:p14="http://schemas.microsoft.com/office/powerpoint/2010/main" val="41591602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6462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es-ES_tradnl"/>
              <a:t>Clic para editar título</a:t>
            </a:r>
          </a:p>
        </p:txBody>
      </p:sp>
      <p:sp>
        <p:nvSpPr>
          <p:cNvPr id="3" name="Marcador de conteni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4" name="Marcador de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Tree>
    <p:extLst>
      <p:ext uri="{BB962C8B-B14F-4D97-AF65-F5344CB8AC3E}">
        <p14:creationId xmlns:p14="http://schemas.microsoft.com/office/powerpoint/2010/main" val="1734919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es-ES_tradnl"/>
              <a:t>Clic para editar título</a:t>
            </a:r>
          </a:p>
        </p:txBody>
      </p:sp>
      <p:sp>
        <p:nvSpPr>
          <p:cNvPr id="3" name="Marcador de posición de imagen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_tradnl" noProof="0"/>
          </a:p>
        </p:txBody>
      </p:sp>
      <p:sp>
        <p:nvSpPr>
          <p:cNvPr id="4" name="Marcador de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Tree>
    <p:extLst>
      <p:ext uri="{BB962C8B-B14F-4D97-AF65-F5344CB8AC3E}">
        <p14:creationId xmlns:p14="http://schemas.microsoft.com/office/powerpoint/2010/main" val="61434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p>
        </p:txBody>
      </p:sp>
      <p:sp>
        <p:nvSpPr>
          <p:cNvPr id="3" name="Marcador de texto vertical 2"/>
          <p:cNvSpPr>
            <a:spLocks noGrp="1"/>
          </p:cNvSpPr>
          <p:nvPr>
            <p:ph type="body" orient="vert" idx="1"/>
          </p:nvPr>
        </p:nvSpPr>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Tree>
    <p:extLst>
      <p:ext uri="{BB962C8B-B14F-4D97-AF65-F5344CB8AC3E}">
        <p14:creationId xmlns:p14="http://schemas.microsoft.com/office/powerpoint/2010/main" val="2878902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530975" y="152400"/>
            <a:ext cx="2003425" cy="6324600"/>
          </a:xfrm>
        </p:spPr>
        <p:txBody>
          <a:bodyPr vert="eaVert"/>
          <a:lstStyle/>
          <a:p>
            <a:r>
              <a:rPr lang="es-ES_tradnl"/>
              <a:t>Clic para editar título</a:t>
            </a:r>
          </a:p>
        </p:txBody>
      </p:sp>
      <p:sp>
        <p:nvSpPr>
          <p:cNvPr id="3" name="Marcador de texto vertical 2"/>
          <p:cNvSpPr>
            <a:spLocks noGrp="1"/>
          </p:cNvSpPr>
          <p:nvPr>
            <p:ph type="body" orient="vert" idx="1"/>
          </p:nvPr>
        </p:nvSpPr>
        <p:spPr>
          <a:xfrm>
            <a:off x="515938" y="152400"/>
            <a:ext cx="5862637" cy="6324600"/>
          </a:xfr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Tree>
    <p:extLst>
      <p:ext uri="{BB962C8B-B14F-4D97-AF65-F5344CB8AC3E}">
        <p14:creationId xmlns:p14="http://schemas.microsoft.com/office/powerpoint/2010/main" val="26303323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ítulo, texto y 2 objetos">
    <p:spTree>
      <p:nvGrpSpPr>
        <p:cNvPr id="1" name=""/>
        <p:cNvGrpSpPr/>
        <p:nvPr/>
      </p:nvGrpSpPr>
      <p:grpSpPr>
        <a:xfrm>
          <a:off x="0" y="0"/>
          <a:ext cx="0" cy="0"/>
          <a:chOff x="0" y="0"/>
          <a:chExt cx="0" cy="0"/>
        </a:xfrm>
      </p:grpSpPr>
      <p:sp>
        <p:nvSpPr>
          <p:cNvPr id="2" name="Título 1"/>
          <p:cNvSpPr>
            <a:spLocks noGrp="1"/>
          </p:cNvSpPr>
          <p:nvPr>
            <p:ph type="title"/>
          </p:nvPr>
        </p:nvSpPr>
        <p:spPr>
          <a:xfrm>
            <a:off x="515938" y="152400"/>
            <a:ext cx="7788275" cy="762000"/>
          </a:xfrm>
        </p:spPr>
        <p:txBody>
          <a:bodyPr/>
          <a:lstStyle/>
          <a:p>
            <a:r>
              <a:rPr lang="es-ES_tradnl"/>
              <a:t>Clic para editar título</a:t>
            </a:r>
          </a:p>
        </p:txBody>
      </p:sp>
      <p:sp>
        <p:nvSpPr>
          <p:cNvPr id="3" name="Marcador de texto 2"/>
          <p:cNvSpPr>
            <a:spLocks noGrp="1"/>
          </p:cNvSpPr>
          <p:nvPr>
            <p:ph type="body" sz="half" idx="1"/>
          </p:nvPr>
        </p:nvSpPr>
        <p:spPr>
          <a:xfrm>
            <a:off x="585788" y="1219200"/>
            <a:ext cx="3897312" cy="5257800"/>
          </a:xfrm>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4" name="Marcador de contenido 3"/>
          <p:cNvSpPr>
            <a:spLocks noGrp="1"/>
          </p:cNvSpPr>
          <p:nvPr>
            <p:ph sz="quarter" idx="2"/>
          </p:nvPr>
        </p:nvSpPr>
        <p:spPr>
          <a:xfrm>
            <a:off x="4635500" y="1219200"/>
            <a:ext cx="3898900" cy="2552700"/>
          </a:xfrm>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5" name="Marcador de contenido 4"/>
          <p:cNvSpPr>
            <a:spLocks noGrp="1"/>
          </p:cNvSpPr>
          <p:nvPr>
            <p:ph sz="quarter" idx="3"/>
          </p:nvPr>
        </p:nvSpPr>
        <p:spPr>
          <a:xfrm>
            <a:off x="4635500" y="3924300"/>
            <a:ext cx="3898900" cy="2552700"/>
          </a:xfrm>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Tree>
    <p:extLst>
      <p:ext uri="{BB962C8B-B14F-4D97-AF65-F5344CB8AC3E}">
        <p14:creationId xmlns:p14="http://schemas.microsoft.com/office/powerpoint/2010/main" val="1646824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1667" name="Rectangle 3"/>
          <p:cNvSpPr>
            <a:spLocks noGrp="1" noChangeArrowheads="1"/>
          </p:cNvSpPr>
          <p:nvPr>
            <p:ph type="title"/>
          </p:nvPr>
        </p:nvSpPr>
        <p:spPr bwMode="auto">
          <a:xfrm>
            <a:off x="515938" y="152400"/>
            <a:ext cx="7788275" cy="7620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bodyPr>
          <a:lstStyle/>
          <a:p>
            <a:pPr lvl="0"/>
            <a:r>
              <a:rPr lang="es-ES_tradnl"/>
              <a:t>Haga clic para modificar el estilo de título del patrón</a:t>
            </a:r>
          </a:p>
        </p:txBody>
      </p:sp>
      <p:sp>
        <p:nvSpPr>
          <p:cNvPr id="241668" name="Rectangle 4"/>
          <p:cNvSpPr>
            <a:spLocks noGrp="1" noChangeArrowheads="1"/>
          </p:cNvSpPr>
          <p:nvPr>
            <p:ph type="body" idx="1"/>
          </p:nvPr>
        </p:nvSpPr>
        <p:spPr bwMode="auto">
          <a:xfrm>
            <a:off x="585788" y="1219200"/>
            <a:ext cx="7948612" cy="52578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p>
            <a:pPr lvl="0"/>
            <a:r>
              <a:rPr lang="es-ES_tradnl"/>
              <a:t>Haga clic para modificar el estilo de texto del patrón</a:t>
            </a:r>
          </a:p>
          <a:p>
            <a:pPr lvl="1"/>
            <a:r>
              <a:rPr lang="es-ES_tradnl"/>
              <a:t>Segundo nivel</a:t>
            </a:r>
          </a:p>
          <a:p>
            <a:pPr lvl="2"/>
            <a:r>
              <a:rPr lang="es-ES_tradnl"/>
              <a:t>Tercer nivel</a:t>
            </a:r>
          </a:p>
        </p:txBody>
      </p:sp>
      <p:sp>
        <p:nvSpPr>
          <p:cNvPr id="241671" name="AutoShape 7"/>
          <p:cNvSpPr>
            <a:spLocks noChangeArrowheads="1"/>
          </p:cNvSpPr>
          <p:nvPr/>
        </p:nvSpPr>
        <p:spPr bwMode="auto">
          <a:xfrm>
            <a:off x="457200" y="990600"/>
            <a:ext cx="8475663" cy="152400"/>
          </a:xfrm>
          <a:prstGeom prst="roundRect">
            <a:avLst>
              <a:gd name="adj" fmla="val 16667"/>
            </a:avLst>
          </a:prstGeom>
          <a:solidFill>
            <a:schemeClr val="folHlink"/>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s-ES_tradnl">
              <a:cs typeface="+mn-cs"/>
            </a:endParaRPr>
          </a:p>
        </p:txBody>
      </p:sp>
      <p:pic>
        <p:nvPicPr>
          <p:cNvPr id="1029" name="Picture 16" descr="Portada-Castellano-5_3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6369050"/>
            <a:ext cx="4797425" cy="4889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30" name="Picture 24" descr="logoEscuela"/>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6040438" y="6329363"/>
            <a:ext cx="3103562" cy="528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15"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Lst>
  <p:txStyles>
    <p:titleStyle>
      <a:lvl1pPr algn="l" rtl="0" eaLnBrk="0" fontAlgn="base" hangingPunct="0">
        <a:spcBef>
          <a:spcPct val="0"/>
        </a:spcBef>
        <a:spcAft>
          <a:spcPct val="0"/>
        </a:spcAft>
        <a:defRPr sz="3400" b="1">
          <a:solidFill>
            <a:srgbClr val="9B172C"/>
          </a:solidFill>
          <a:latin typeface="+mj-lt"/>
          <a:ea typeface="+mj-ea"/>
          <a:cs typeface="ＭＳ Ｐゴシック" charset="0"/>
        </a:defRPr>
      </a:lvl1pPr>
      <a:lvl2pPr algn="l" rtl="0" eaLnBrk="0" fontAlgn="base" hangingPunct="0">
        <a:spcBef>
          <a:spcPct val="0"/>
        </a:spcBef>
        <a:spcAft>
          <a:spcPct val="0"/>
        </a:spcAft>
        <a:defRPr sz="3400" b="1">
          <a:solidFill>
            <a:srgbClr val="9B172C"/>
          </a:solidFill>
          <a:latin typeface="Verdana" charset="0"/>
          <a:ea typeface="ＭＳ Ｐゴシック" charset="0"/>
          <a:cs typeface="ＭＳ Ｐゴシック" charset="0"/>
        </a:defRPr>
      </a:lvl2pPr>
      <a:lvl3pPr algn="l" rtl="0" eaLnBrk="0" fontAlgn="base" hangingPunct="0">
        <a:spcBef>
          <a:spcPct val="0"/>
        </a:spcBef>
        <a:spcAft>
          <a:spcPct val="0"/>
        </a:spcAft>
        <a:defRPr sz="3400" b="1">
          <a:solidFill>
            <a:srgbClr val="9B172C"/>
          </a:solidFill>
          <a:latin typeface="Verdana" charset="0"/>
          <a:ea typeface="ＭＳ Ｐゴシック" charset="0"/>
          <a:cs typeface="ＭＳ Ｐゴシック" charset="0"/>
        </a:defRPr>
      </a:lvl3pPr>
      <a:lvl4pPr algn="l" rtl="0" eaLnBrk="0" fontAlgn="base" hangingPunct="0">
        <a:spcBef>
          <a:spcPct val="0"/>
        </a:spcBef>
        <a:spcAft>
          <a:spcPct val="0"/>
        </a:spcAft>
        <a:defRPr sz="3400" b="1">
          <a:solidFill>
            <a:srgbClr val="9B172C"/>
          </a:solidFill>
          <a:latin typeface="Verdana" charset="0"/>
          <a:ea typeface="ＭＳ Ｐゴシック" charset="0"/>
          <a:cs typeface="ＭＳ Ｐゴシック" charset="0"/>
        </a:defRPr>
      </a:lvl4pPr>
      <a:lvl5pPr algn="l" rtl="0" eaLnBrk="0" fontAlgn="base" hangingPunct="0">
        <a:spcBef>
          <a:spcPct val="0"/>
        </a:spcBef>
        <a:spcAft>
          <a:spcPct val="0"/>
        </a:spcAft>
        <a:defRPr sz="3400" b="1">
          <a:solidFill>
            <a:srgbClr val="9B172C"/>
          </a:solidFill>
          <a:latin typeface="Verdana" charset="0"/>
          <a:ea typeface="ＭＳ Ｐゴシック" charset="0"/>
          <a:cs typeface="ＭＳ Ｐゴシック" charset="0"/>
        </a:defRPr>
      </a:lvl5pPr>
      <a:lvl6pPr marL="457200" algn="l" rtl="0" eaLnBrk="0" fontAlgn="base" hangingPunct="0">
        <a:spcBef>
          <a:spcPct val="0"/>
        </a:spcBef>
        <a:spcAft>
          <a:spcPct val="0"/>
        </a:spcAft>
        <a:defRPr sz="3400" b="1">
          <a:solidFill>
            <a:srgbClr val="9B172C"/>
          </a:solidFill>
          <a:latin typeface="Verdana" charset="0"/>
          <a:ea typeface="ＭＳ Ｐゴシック" charset="0"/>
        </a:defRPr>
      </a:lvl6pPr>
      <a:lvl7pPr marL="914400" algn="l" rtl="0" eaLnBrk="0" fontAlgn="base" hangingPunct="0">
        <a:spcBef>
          <a:spcPct val="0"/>
        </a:spcBef>
        <a:spcAft>
          <a:spcPct val="0"/>
        </a:spcAft>
        <a:defRPr sz="3400" b="1">
          <a:solidFill>
            <a:srgbClr val="9B172C"/>
          </a:solidFill>
          <a:latin typeface="Verdana" charset="0"/>
          <a:ea typeface="ＭＳ Ｐゴシック" charset="0"/>
        </a:defRPr>
      </a:lvl7pPr>
      <a:lvl8pPr marL="1371600" algn="l" rtl="0" eaLnBrk="0" fontAlgn="base" hangingPunct="0">
        <a:spcBef>
          <a:spcPct val="0"/>
        </a:spcBef>
        <a:spcAft>
          <a:spcPct val="0"/>
        </a:spcAft>
        <a:defRPr sz="3400" b="1">
          <a:solidFill>
            <a:srgbClr val="9B172C"/>
          </a:solidFill>
          <a:latin typeface="Verdana" charset="0"/>
          <a:ea typeface="ＭＳ Ｐゴシック" charset="0"/>
        </a:defRPr>
      </a:lvl8pPr>
      <a:lvl9pPr marL="1828800" algn="l" rtl="0" eaLnBrk="0" fontAlgn="base" hangingPunct="0">
        <a:spcBef>
          <a:spcPct val="0"/>
        </a:spcBef>
        <a:spcAft>
          <a:spcPct val="0"/>
        </a:spcAft>
        <a:defRPr sz="3400" b="1">
          <a:solidFill>
            <a:srgbClr val="9B172C"/>
          </a:solidFill>
          <a:latin typeface="Verdana" charset="0"/>
          <a:ea typeface="ＭＳ Ｐゴシック" charset="0"/>
        </a:defRPr>
      </a:lvl9pPr>
    </p:titleStyle>
    <p:bodyStyle>
      <a:lvl1pPr marL="342900" indent="-342900" algn="l" rtl="0" eaLnBrk="0" fontAlgn="base" hangingPunct="0">
        <a:spcBef>
          <a:spcPts val="400"/>
        </a:spcBef>
        <a:spcAft>
          <a:spcPts val="400"/>
        </a:spcAft>
        <a:buClr>
          <a:srgbClr val="9B172C"/>
        </a:buClr>
        <a:buFont typeface="Symbol" charset="0"/>
        <a:buChar char="¨"/>
        <a:defRPr sz="2800">
          <a:solidFill>
            <a:srgbClr val="9B172C"/>
          </a:solidFill>
          <a:latin typeface="+mn-lt"/>
          <a:ea typeface="+mn-ea"/>
          <a:cs typeface="ＭＳ Ｐゴシック" charset="0"/>
        </a:defRPr>
      </a:lvl1pPr>
      <a:lvl2pPr marL="742950" indent="-285750" algn="l" rtl="0" eaLnBrk="0" fontAlgn="base" hangingPunct="0">
        <a:spcBef>
          <a:spcPts val="400"/>
        </a:spcBef>
        <a:spcAft>
          <a:spcPts val="400"/>
        </a:spcAft>
        <a:buClr>
          <a:srgbClr val="9B172C"/>
        </a:buClr>
        <a:buFont typeface="Symbol" charset="0"/>
        <a:buChar char="¨"/>
        <a:defRPr sz="2600">
          <a:solidFill>
            <a:srgbClr val="9B172C"/>
          </a:solidFill>
          <a:latin typeface="+mn-lt"/>
          <a:ea typeface="+mn-ea"/>
        </a:defRPr>
      </a:lvl2pPr>
      <a:lvl3pPr marL="1143000" indent="-228600" algn="l" rtl="0" eaLnBrk="0" fontAlgn="base" hangingPunct="0">
        <a:spcBef>
          <a:spcPts val="400"/>
        </a:spcBef>
        <a:spcAft>
          <a:spcPts val="400"/>
        </a:spcAft>
        <a:buClr>
          <a:srgbClr val="9B172C"/>
        </a:buClr>
        <a:buFont typeface="Symbol" charset="0"/>
        <a:buChar char="¨"/>
        <a:defRPr sz="2400">
          <a:solidFill>
            <a:srgbClr val="9B172C"/>
          </a:solidFill>
          <a:latin typeface="+mn-lt"/>
          <a:ea typeface="+mn-ea"/>
        </a:defRPr>
      </a:lvl3pPr>
      <a:lvl4pPr marL="1600200" indent="-228600" algn="l" rtl="0" eaLnBrk="0" fontAlgn="base" hangingPunct="0">
        <a:spcBef>
          <a:spcPts val="400"/>
        </a:spcBef>
        <a:spcAft>
          <a:spcPts val="400"/>
        </a:spcAft>
        <a:buChar char="–"/>
        <a:defRPr>
          <a:solidFill>
            <a:schemeClr val="tx1"/>
          </a:solidFill>
          <a:latin typeface="Arial" charset="0"/>
          <a:ea typeface="+mn-ea"/>
        </a:defRPr>
      </a:lvl4pPr>
      <a:lvl5pPr marL="2057400" indent="-228600" algn="l" rtl="0" eaLnBrk="0" fontAlgn="base" hangingPunct="0">
        <a:spcBef>
          <a:spcPts val="400"/>
        </a:spcBef>
        <a:spcAft>
          <a:spcPts val="400"/>
        </a:spcAft>
        <a:buChar char="»"/>
        <a:defRPr>
          <a:solidFill>
            <a:schemeClr val="tx1"/>
          </a:solidFill>
          <a:latin typeface="Arial" charset="0"/>
          <a:ea typeface="+mn-ea"/>
        </a:defRPr>
      </a:lvl5pPr>
      <a:lvl6pPr marL="2514600" indent="-228600" algn="l" rtl="0" eaLnBrk="0" fontAlgn="base" hangingPunct="0">
        <a:spcBef>
          <a:spcPts val="400"/>
        </a:spcBef>
        <a:spcAft>
          <a:spcPts val="400"/>
        </a:spcAft>
        <a:buChar char="»"/>
        <a:defRPr>
          <a:solidFill>
            <a:schemeClr val="tx1"/>
          </a:solidFill>
          <a:latin typeface="Arial" charset="0"/>
          <a:ea typeface="+mn-ea"/>
        </a:defRPr>
      </a:lvl6pPr>
      <a:lvl7pPr marL="2971800" indent="-228600" algn="l" rtl="0" eaLnBrk="0" fontAlgn="base" hangingPunct="0">
        <a:spcBef>
          <a:spcPts val="400"/>
        </a:spcBef>
        <a:spcAft>
          <a:spcPts val="400"/>
        </a:spcAft>
        <a:buChar char="»"/>
        <a:defRPr>
          <a:solidFill>
            <a:schemeClr val="tx1"/>
          </a:solidFill>
          <a:latin typeface="Arial" charset="0"/>
          <a:ea typeface="+mn-ea"/>
        </a:defRPr>
      </a:lvl7pPr>
      <a:lvl8pPr marL="3429000" indent="-228600" algn="l" rtl="0" eaLnBrk="0" fontAlgn="base" hangingPunct="0">
        <a:spcBef>
          <a:spcPts val="400"/>
        </a:spcBef>
        <a:spcAft>
          <a:spcPts val="400"/>
        </a:spcAft>
        <a:buChar char="»"/>
        <a:defRPr>
          <a:solidFill>
            <a:schemeClr val="tx1"/>
          </a:solidFill>
          <a:latin typeface="Arial" charset="0"/>
          <a:ea typeface="+mn-ea"/>
        </a:defRPr>
      </a:lvl8pPr>
      <a:lvl9pPr marL="3886200" indent="-228600" algn="l" rtl="0" eaLnBrk="0" fontAlgn="base" hangingPunct="0">
        <a:spcBef>
          <a:spcPts val="400"/>
        </a:spcBef>
        <a:spcAft>
          <a:spcPts val="400"/>
        </a:spcAft>
        <a:buChar char="»"/>
        <a:defRPr>
          <a:solidFill>
            <a:schemeClr val="tx1"/>
          </a:solidFill>
          <a:latin typeface="Arial" charset="0"/>
          <a:ea typeface="+mn-ea"/>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3203575" y="1700808"/>
            <a:ext cx="5545138" cy="2305050"/>
          </a:xfrm>
        </p:spPr>
        <p:txBody>
          <a:bodyPr/>
          <a:lstStyle/>
          <a:p>
            <a:pPr>
              <a:defRPr/>
            </a:pPr>
            <a:r>
              <a:rPr lang="en-US" noProof="0" dirty="0">
                <a:cs typeface="+mj-cs"/>
              </a:rPr>
              <a:t>Lab 4. DMS</a:t>
            </a:r>
          </a:p>
        </p:txBody>
      </p:sp>
    </p:spTree>
  </p:cSld>
  <p:clrMapOvr>
    <a:masterClrMapping/>
  </p:clrMapOvr>
  <mc:AlternateContent xmlns:mc="http://schemas.openxmlformats.org/markup-compatibility/2006" xmlns:p14="http://schemas.microsoft.com/office/powerpoint/2010/main">
    <mc:Choice Requires="p14">
      <p:transition spd="slow" p14:dur="2000" advTm="53629"/>
    </mc:Choice>
    <mc:Fallback xmlns="">
      <p:transition xmlns:p14="http://schemas.microsoft.com/office/powerpoint/2010/main" spd="slow" advTm="5362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67544" y="152400"/>
            <a:ext cx="8426096" cy="762000"/>
          </a:xfrm>
        </p:spPr>
        <p:txBody>
          <a:bodyPr/>
          <a:lstStyle/>
          <a:p>
            <a:r>
              <a:rPr lang="es-ES" dirty="0"/>
              <a:t>DMS: Diseño</a:t>
            </a:r>
          </a:p>
        </p:txBody>
      </p:sp>
      <p:graphicFrame>
        <p:nvGraphicFramePr>
          <p:cNvPr id="6" name="Marcador de contenido 3">
            <a:extLst>
              <a:ext uri="{FF2B5EF4-FFF2-40B4-BE49-F238E27FC236}">
                <a16:creationId xmlns:a16="http://schemas.microsoft.com/office/drawing/2014/main" id="{9A369AB4-37BA-4DEE-56E0-79F10556FC57}"/>
              </a:ext>
            </a:extLst>
          </p:cNvPr>
          <p:cNvGraphicFramePr>
            <a:graphicFrameLocks noGrp="1"/>
          </p:cNvGraphicFramePr>
          <p:nvPr>
            <p:ph idx="1"/>
            <p:extLst>
              <p:ext uri="{D42A27DB-BD31-4B8C-83A1-F6EECF244321}">
                <p14:modId xmlns:p14="http://schemas.microsoft.com/office/powerpoint/2010/main" val="2517189405"/>
              </p:ext>
            </p:extLst>
          </p:nvPr>
        </p:nvGraphicFramePr>
        <p:xfrm>
          <a:off x="834014" y="2636912"/>
          <a:ext cx="7475971" cy="3078480"/>
        </p:xfrm>
        <a:graphic>
          <a:graphicData uri="http://schemas.openxmlformats.org/drawingml/2006/table">
            <a:tbl>
              <a:tblPr firstRow="1" bandRow="1">
                <a:tableStyleId>{7E9639D4-E3E2-4D34-9284-5A2195B3D0D7}</a:tableStyleId>
              </a:tblPr>
              <a:tblGrid>
                <a:gridCol w="2369834">
                  <a:extLst>
                    <a:ext uri="{9D8B030D-6E8A-4147-A177-3AD203B41FA5}">
                      <a16:colId xmlns:a16="http://schemas.microsoft.com/office/drawing/2014/main" val="20000"/>
                    </a:ext>
                  </a:extLst>
                </a:gridCol>
                <a:gridCol w="5106137">
                  <a:extLst>
                    <a:ext uri="{9D8B030D-6E8A-4147-A177-3AD203B41FA5}">
                      <a16:colId xmlns:a16="http://schemas.microsoft.com/office/drawing/2014/main" val="20001"/>
                    </a:ext>
                  </a:extLst>
                </a:gridCol>
              </a:tblGrid>
              <a:tr h="290265">
                <a:tc>
                  <a:txBody>
                    <a:bodyPr/>
                    <a:lstStyle/>
                    <a:p>
                      <a:r>
                        <a:rPr lang="en-US" sz="1600" noProof="0">
                          <a:solidFill>
                            <a:srgbClr val="FFFFFF"/>
                          </a:solidFill>
                        </a:rPr>
                        <a:t>Analysis concept</a:t>
                      </a:r>
                    </a:p>
                  </a:txBody>
                  <a:tcPr>
                    <a:solidFill>
                      <a:srgbClr val="9B172C"/>
                    </a:solidFill>
                  </a:tcPr>
                </a:tc>
                <a:tc>
                  <a:txBody>
                    <a:bodyPr/>
                    <a:lstStyle/>
                    <a:p>
                      <a:r>
                        <a:rPr lang="en-US" sz="1600" noProof="0" dirty="0">
                          <a:solidFill>
                            <a:srgbClr val="FFFFFF"/>
                          </a:solidFill>
                        </a:rPr>
                        <a:t>Design concept</a:t>
                      </a:r>
                    </a:p>
                  </a:txBody>
                  <a:tcPr>
                    <a:solidFill>
                      <a:srgbClr val="9B172C"/>
                    </a:solidFill>
                  </a:tcPr>
                </a:tc>
                <a:extLst>
                  <a:ext uri="{0D108BD9-81ED-4DB2-BD59-A6C34878D82A}">
                    <a16:rowId xmlns:a16="http://schemas.microsoft.com/office/drawing/2014/main" val="10000"/>
                  </a:ext>
                </a:extLst>
              </a:tr>
              <a:tr h="290265">
                <a:tc>
                  <a:txBody>
                    <a:bodyPr/>
                    <a:lstStyle/>
                    <a:p>
                      <a:r>
                        <a:rPr lang="en-US" sz="1600" noProof="0" dirty="0"/>
                        <a:t>Document</a:t>
                      </a:r>
                    </a:p>
                  </a:txBody>
                  <a:tcPr/>
                </a:tc>
                <a:tc>
                  <a:txBody>
                    <a:bodyPr/>
                    <a:lstStyle/>
                    <a:p>
                      <a:r>
                        <a:rPr lang="en-US" sz="1600" noProof="0" dirty="0"/>
                        <a:t>Document</a:t>
                      </a:r>
                    </a:p>
                  </a:txBody>
                  <a:tcPr/>
                </a:tc>
                <a:extLst>
                  <a:ext uri="{0D108BD9-81ED-4DB2-BD59-A6C34878D82A}">
                    <a16:rowId xmlns:a16="http://schemas.microsoft.com/office/drawing/2014/main" val="10001"/>
                  </a:ext>
                </a:extLst>
              </a:tr>
              <a:tr h="270990">
                <a:tc>
                  <a:txBody>
                    <a:bodyPr/>
                    <a:lstStyle/>
                    <a:p>
                      <a:r>
                        <a:rPr lang="en-US" sz="1600" noProof="0" dirty="0"/>
                        <a:t>Folder</a:t>
                      </a:r>
                    </a:p>
                  </a:txBody>
                  <a:tcPr/>
                </a:tc>
                <a:tc>
                  <a:txBody>
                    <a:bodyPr/>
                    <a:lstStyle/>
                    <a:p>
                      <a:r>
                        <a:rPr lang="en-US" sz="1600" noProof="0" dirty="0">
                          <a:solidFill>
                            <a:schemeClr val="accent6"/>
                          </a:solidFill>
                        </a:rPr>
                        <a:t>Site</a:t>
                      </a:r>
                      <a:r>
                        <a:rPr lang="en-US" sz="1600" noProof="0" dirty="0"/>
                        <a:t>/Folder (Sites</a:t>
                      </a:r>
                      <a:r>
                        <a:rPr lang="en-US" sz="1600" baseline="0" noProof="0" dirty="0"/>
                        <a:t> are good for assigning easily a set of permissions)</a:t>
                      </a:r>
                      <a:endParaRPr lang="en-US" sz="1600" noProof="0" dirty="0"/>
                    </a:p>
                  </a:txBody>
                  <a:tcPr/>
                </a:tc>
                <a:extLst>
                  <a:ext uri="{0D108BD9-81ED-4DB2-BD59-A6C34878D82A}">
                    <a16:rowId xmlns:a16="http://schemas.microsoft.com/office/drawing/2014/main" val="10004"/>
                  </a:ext>
                </a:extLst>
              </a:tr>
              <a:tr h="290265">
                <a:tc>
                  <a:txBody>
                    <a:bodyPr/>
                    <a:lstStyle/>
                    <a:p>
                      <a:r>
                        <a:rPr lang="en-US" sz="1600" noProof="0" dirty="0"/>
                        <a:t>Role</a:t>
                      </a:r>
                    </a:p>
                  </a:txBody>
                  <a:tcPr/>
                </a:tc>
                <a:tc>
                  <a:txBody>
                    <a:bodyPr/>
                    <a:lstStyle/>
                    <a:p>
                      <a:r>
                        <a:rPr lang="en-US" sz="1600" noProof="0" dirty="0"/>
                        <a:t>Role</a:t>
                      </a:r>
                    </a:p>
                  </a:txBody>
                  <a:tcPr/>
                </a:tc>
                <a:extLst>
                  <a:ext uri="{0D108BD9-81ED-4DB2-BD59-A6C34878D82A}">
                    <a16:rowId xmlns:a16="http://schemas.microsoft.com/office/drawing/2014/main" val="742432640"/>
                  </a:ext>
                </a:extLst>
              </a:tr>
              <a:tr h="290265">
                <a:tc>
                  <a:txBody>
                    <a:bodyPr/>
                    <a:lstStyle/>
                    <a:p>
                      <a:r>
                        <a:rPr lang="en-US" sz="1600" noProof="0" dirty="0"/>
                        <a:t>Search</a:t>
                      </a:r>
                    </a:p>
                  </a:txBody>
                  <a:tcPr/>
                </a:tc>
                <a:tc>
                  <a:txBody>
                    <a:bodyPr/>
                    <a:lstStyle/>
                    <a:p>
                      <a:r>
                        <a:rPr lang="en-US" sz="1600" noProof="0" dirty="0" err="1">
                          <a:solidFill>
                            <a:schemeClr val="accent6"/>
                          </a:solidFill>
                        </a:rPr>
                        <a:t>Genérica</a:t>
                      </a:r>
                      <a:r>
                        <a:rPr lang="en-US" sz="1600" noProof="0" dirty="0">
                          <a:solidFill>
                            <a:schemeClr val="accent6"/>
                          </a:solidFill>
                        </a:rPr>
                        <a:t> </a:t>
                      </a:r>
                      <a:r>
                        <a:rPr lang="en-US" sz="1600" noProof="0" dirty="0">
                          <a:solidFill>
                            <a:schemeClr val="tx1"/>
                          </a:solidFill>
                        </a:rPr>
                        <a:t>(</a:t>
                      </a:r>
                      <a:r>
                        <a:rPr lang="en-US" sz="1600" b="1" noProof="0" dirty="0">
                          <a:solidFill>
                            <a:schemeClr val="tx1"/>
                          </a:solidFill>
                        </a:rPr>
                        <a:t>no</a:t>
                      </a:r>
                      <a:r>
                        <a:rPr lang="en-US" sz="1600" noProof="0" dirty="0">
                          <a:solidFill>
                            <a:schemeClr val="tx1"/>
                          </a:solidFill>
                        </a:rPr>
                        <a:t> </a:t>
                      </a:r>
                      <a:r>
                        <a:rPr lang="en-US" sz="1600" noProof="0" dirty="0" err="1">
                          <a:solidFill>
                            <a:schemeClr val="tx1"/>
                          </a:solidFill>
                        </a:rPr>
                        <a:t>por</a:t>
                      </a:r>
                      <a:r>
                        <a:rPr lang="en-US" sz="1600" noProof="0" dirty="0">
                          <a:solidFill>
                            <a:schemeClr val="tx1"/>
                          </a:solidFill>
                        </a:rPr>
                        <a:t> </a:t>
                      </a:r>
                      <a:r>
                        <a:rPr lang="en-US" sz="1600" noProof="0" dirty="0" err="1">
                          <a:solidFill>
                            <a:schemeClr val="tx1"/>
                          </a:solidFill>
                        </a:rPr>
                        <a:t>metadatos</a:t>
                      </a:r>
                      <a:r>
                        <a:rPr lang="en-US" sz="1600" noProof="0" dirty="0">
                          <a:solidFill>
                            <a:schemeClr val="tx1"/>
                          </a:solidFill>
                        </a:rPr>
                        <a:t>) y </a:t>
                      </a:r>
                      <a:r>
                        <a:rPr lang="en-US" sz="1600" noProof="0" dirty="0" err="1">
                          <a:solidFill>
                            <a:schemeClr val="accent6"/>
                          </a:solidFill>
                        </a:rPr>
                        <a:t>filtros</a:t>
                      </a:r>
                      <a:r>
                        <a:rPr lang="en-US" sz="1600" noProof="0" dirty="0">
                          <a:solidFill>
                            <a:schemeClr val="accent6"/>
                          </a:solidFill>
                        </a:rPr>
                        <a:t> </a:t>
                      </a:r>
                      <a:r>
                        <a:rPr lang="en-US" sz="1600" noProof="0" dirty="0">
                          <a:solidFill>
                            <a:schemeClr val="tx1"/>
                          </a:solidFill>
                        </a:rPr>
                        <a:t>(</a:t>
                      </a:r>
                      <a:r>
                        <a:rPr lang="en-US" sz="1600" noProof="0" dirty="0" err="1">
                          <a:solidFill>
                            <a:schemeClr val="tx1"/>
                          </a:solidFill>
                        </a:rPr>
                        <a:t>metadatos</a:t>
                      </a:r>
                      <a:r>
                        <a:rPr lang="en-US" sz="1600" noProof="0" dirty="0">
                          <a:solidFill>
                            <a:schemeClr val="tx1"/>
                          </a:solidFill>
                        </a:rPr>
                        <a:t>)</a:t>
                      </a:r>
                    </a:p>
                  </a:txBody>
                  <a:tcPr/>
                </a:tc>
                <a:extLst>
                  <a:ext uri="{0D108BD9-81ED-4DB2-BD59-A6C34878D82A}">
                    <a16:rowId xmlns:a16="http://schemas.microsoft.com/office/drawing/2014/main" val="10005"/>
                  </a:ext>
                </a:extLst>
              </a:tr>
              <a:tr h="290265">
                <a:tc>
                  <a:txBody>
                    <a:bodyPr/>
                    <a:lstStyle/>
                    <a:p>
                      <a:r>
                        <a:rPr lang="en-US" sz="1600" noProof="0" dirty="0"/>
                        <a:t>Metadata</a:t>
                      </a:r>
                    </a:p>
                  </a:txBody>
                  <a:tcPr/>
                </a:tc>
                <a:tc>
                  <a:txBody>
                    <a:bodyPr/>
                    <a:lstStyle/>
                    <a:p>
                      <a:r>
                        <a:rPr lang="en-US" sz="1600" b="0" noProof="0" dirty="0" err="1"/>
                        <a:t>Sobre</a:t>
                      </a:r>
                      <a:r>
                        <a:rPr lang="en-US" sz="1600" b="0" noProof="0" dirty="0"/>
                        <a:t> Site</a:t>
                      </a:r>
                    </a:p>
                  </a:txBody>
                  <a:tcPr/>
                </a:tc>
                <a:extLst>
                  <a:ext uri="{0D108BD9-81ED-4DB2-BD59-A6C34878D82A}">
                    <a16:rowId xmlns:a16="http://schemas.microsoft.com/office/drawing/2014/main" val="2364360327"/>
                  </a:ext>
                </a:extLst>
              </a:tr>
              <a:tr h="290265">
                <a:tc>
                  <a:txBody>
                    <a:bodyPr/>
                    <a:lstStyle/>
                    <a:p>
                      <a:r>
                        <a:rPr lang="en-US" sz="1600" noProof="0" dirty="0"/>
                        <a:t>Permission</a:t>
                      </a:r>
                    </a:p>
                  </a:txBody>
                  <a:tcPr/>
                </a:tc>
                <a:tc>
                  <a:txBody>
                    <a:bodyPr/>
                    <a:lstStyle/>
                    <a:p>
                      <a:pPr marL="0" indent="0">
                        <a:buFontTx/>
                        <a:buNone/>
                      </a:pPr>
                      <a:r>
                        <a:rPr lang="en-US" sz="1600" b="0" noProof="0" dirty="0" err="1"/>
                        <a:t>Sobre</a:t>
                      </a:r>
                      <a:r>
                        <a:rPr lang="en-US" sz="1600" b="0" noProof="0" dirty="0"/>
                        <a:t> Site y </a:t>
                      </a:r>
                      <a:r>
                        <a:rPr lang="en-US" sz="1600" b="0" noProof="0" dirty="0" err="1"/>
                        <a:t>en</a:t>
                      </a:r>
                      <a:r>
                        <a:rPr lang="en-US" sz="1600" b="0" noProof="0" dirty="0"/>
                        <a:t> base a </a:t>
                      </a:r>
                      <a:r>
                        <a:rPr lang="en-US" sz="1600" b="0" noProof="0" dirty="0" err="1">
                          <a:solidFill>
                            <a:schemeClr val="accent6"/>
                          </a:solidFill>
                        </a:rPr>
                        <a:t>grupos</a:t>
                      </a:r>
                      <a:r>
                        <a:rPr lang="en-US" sz="1600" b="0" noProof="0" dirty="0">
                          <a:solidFill>
                            <a:schemeClr val="accent6"/>
                          </a:solidFill>
                        </a:rPr>
                        <a:t> </a:t>
                      </a:r>
                      <a:r>
                        <a:rPr lang="en-US" sz="1600" b="0" noProof="0" dirty="0" err="1">
                          <a:solidFill>
                            <a:schemeClr val="accent6"/>
                          </a:solidFill>
                        </a:rPr>
                        <a:t>predefinidos</a:t>
                      </a:r>
                      <a:r>
                        <a:rPr lang="en-US" sz="1600" b="0" noProof="0" dirty="0"/>
                        <a:t>: </a:t>
                      </a:r>
                      <a:r>
                        <a:rPr lang="en-US" sz="1600" b="0" noProof="0" dirty="0" err="1"/>
                        <a:t>propietario</a:t>
                      </a:r>
                      <a:r>
                        <a:rPr lang="en-US" sz="1600" b="0" noProof="0" dirty="0"/>
                        <a:t> (r/w), </a:t>
                      </a:r>
                      <a:r>
                        <a:rPr lang="en-US" sz="1600" b="0" noProof="0" dirty="0" err="1"/>
                        <a:t>integrante</a:t>
                      </a:r>
                      <a:r>
                        <a:rPr lang="en-US" sz="1600" b="0" noProof="0" dirty="0"/>
                        <a:t> (r/w), </a:t>
                      </a:r>
                      <a:r>
                        <a:rPr lang="en-US" sz="1600" b="0" noProof="0" dirty="0" err="1"/>
                        <a:t>visitante</a:t>
                      </a:r>
                      <a:r>
                        <a:rPr lang="en-US" sz="1600" b="0" noProof="0" dirty="0"/>
                        <a:t> (r)</a:t>
                      </a:r>
                    </a:p>
                  </a:txBody>
                  <a:tcPr/>
                </a:tc>
                <a:extLst>
                  <a:ext uri="{0D108BD9-81ED-4DB2-BD59-A6C34878D82A}">
                    <a16:rowId xmlns:a16="http://schemas.microsoft.com/office/drawing/2014/main" val="10006"/>
                  </a:ext>
                </a:extLst>
              </a:tr>
            </a:tbl>
          </a:graphicData>
        </a:graphic>
      </p:graphicFrame>
      <p:sp>
        <p:nvSpPr>
          <p:cNvPr id="7" name="CuadroTexto 6">
            <a:extLst>
              <a:ext uri="{FF2B5EF4-FFF2-40B4-BE49-F238E27FC236}">
                <a16:creationId xmlns:a16="http://schemas.microsoft.com/office/drawing/2014/main" id="{66D7BBEA-BEB0-7CA6-C2C2-D99A06AC5674}"/>
              </a:ext>
            </a:extLst>
          </p:cNvPr>
          <p:cNvSpPr txBox="1"/>
          <p:nvPr/>
        </p:nvSpPr>
        <p:spPr>
          <a:xfrm>
            <a:off x="440016" y="1622058"/>
            <a:ext cx="6684843" cy="523220"/>
          </a:xfrm>
          <a:prstGeom prst="rect">
            <a:avLst/>
          </a:prstGeom>
          <a:noFill/>
        </p:spPr>
        <p:txBody>
          <a:bodyPr wrap="none" rtlCol="0">
            <a:spAutoFit/>
          </a:bodyPr>
          <a:lstStyle/>
          <a:p>
            <a:r>
              <a:rPr lang="es-ES" dirty="0"/>
              <a:t>UML de análisis vs UML de diseño:</a:t>
            </a:r>
          </a:p>
        </p:txBody>
      </p:sp>
    </p:spTree>
    <p:extLst>
      <p:ext uri="{BB962C8B-B14F-4D97-AF65-F5344CB8AC3E}">
        <p14:creationId xmlns:p14="http://schemas.microsoft.com/office/powerpoint/2010/main" val="908134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15938" y="152400"/>
            <a:ext cx="8304212" cy="762000"/>
          </a:xfrm>
        </p:spPr>
        <p:txBody>
          <a:bodyPr/>
          <a:lstStyle/>
          <a:p>
            <a:pPr>
              <a:defRPr/>
            </a:pPr>
            <a:r>
              <a:rPr lang="en-GB" sz="3200" dirty="0"/>
              <a:t>Del </a:t>
            </a:r>
            <a:r>
              <a:rPr lang="en-GB" sz="3200" dirty="0" err="1"/>
              <a:t>modelo</a:t>
            </a:r>
            <a:r>
              <a:rPr lang="en-GB" sz="3200" dirty="0"/>
              <a:t> de </a:t>
            </a:r>
            <a:r>
              <a:rPr lang="en-GB" sz="3200" dirty="0" err="1"/>
              <a:t>análisis</a:t>
            </a:r>
            <a:r>
              <a:rPr lang="en-GB" sz="3200" dirty="0"/>
              <a:t> al de </a:t>
            </a:r>
            <a:r>
              <a:rPr lang="en-GB" sz="3200" dirty="0" err="1"/>
              <a:t>diseño</a:t>
            </a:r>
            <a:endParaRPr lang="en-GB" sz="3200" dirty="0"/>
          </a:p>
        </p:txBody>
      </p:sp>
      <p:sp>
        <p:nvSpPr>
          <p:cNvPr id="4" name="Rectángulo 3"/>
          <p:cNvSpPr>
            <a:spLocks noChangeArrowheads="1"/>
          </p:cNvSpPr>
          <p:nvPr/>
        </p:nvSpPr>
        <p:spPr bwMode="auto">
          <a:xfrm>
            <a:off x="1763713" y="1844675"/>
            <a:ext cx="2232025" cy="647700"/>
          </a:xfrm>
          <a:prstGeom prst="rect">
            <a:avLst/>
          </a:prstGeom>
          <a:gradFill rotWithShape="1">
            <a:gsLst>
              <a:gs pos="0">
                <a:srgbClr val="EDEDED"/>
              </a:gs>
              <a:gs pos="64999">
                <a:srgbClr val="D0D0D0"/>
              </a:gs>
              <a:gs pos="100000">
                <a:srgbClr val="BCBCBC"/>
              </a:gs>
            </a:gsLst>
            <a:lin ang="5400000" scaled="1"/>
          </a:gradFill>
          <a:ln w="9525">
            <a:solidFill>
              <a:srgbClr val="000000"/>
            </a:solidFill>
            <a:miter lim="800000"/>
            <a:headEnd/>
            <a:tailEnd/>
          </a:ln>
          <a:effectLst>
            <a:outerShdw blurRad="40000" dist="20000" dir="5400000" rotWithShape="0">
              <a:srgbClr val="000000">
                <a:alpha val="37999"/>
              </a:srgbClr>
            </a:outerShdw>
          </a:effectLst>
        </p:spPr>
        <p:txBody>
          <a:bodyPr/>
          <a:lstStyle/>
          <a:p>
            <a:pPr algn="ctr">
              <a:buFont typeface="Symbol" charset="0"/>
              <a:buNone/>
              <a:defRPr/>
            </a:pPr>
            <a:r>
              <a:rPr lang="es-ES_tradnl" sz="1600" dirty="0">
                <a:ea typeface="ＭＳ Ｐゴシック" charset="0"/>
              </a:rPr>
              <a:t>&lt;&lt;</a:t>
            </a:r>
            <a:r>
              <a:rPr lang="es-ES_tradnl" sz="1600" dirty="0" err="1">
                <a:ea typeface="ＭＳ Ｐゴシック" charset="0"/>
              </a:rPr>
              <a:t>Document</a:t>
            </a:r>
            <a:r>
              <a:rPr lang="es-ES_tradnl" sz="1600" dirty="0">
                <a:ea typeface="ＭＳ Ｐゴシック" charset="0"/>
              </a:rPr>
              <a:t>&gt;&gt;</a:t>
            </a:r>
            <a:br>
              <a:rPr lang="es-ES_tradnl" sz="1600" dirty="0">
                <a:ea typeface="ＭＳ Ｐゴシック" charset="0"/>
              </a:rPr>
            </a:br>
            <a:r>
              <a:rPr lang="es-ES_tradnl" sz="1600" dirty="0" err="1">
                <a:ea typeface="ＭＳ Ｐゴシック" charset="0"/>
              </a:rPr>
              <a:t>Gsi_Document</a:t>
            </a:r>
            <a:endParaRPr lang="es-ES_tradnl" sz="1600" dirty="0">
              <a:ea typeface="ＭＳ Ｐゴシック" charset="0"/>
            </a:endParaRPr>
          </a:p>
        </p:txBody>
      </p:sp>
      <p:sp>
        <p:nvSpPr>
          <p:cNvPr id="5" name="Rectángulo 4"/>
          <p:cNvSpPr>
            <a:spLocks noChangeArrowheads="1"/>
          </p:cNvSpPr>
          <p:nvPr/>
        </p:nvSpPr>
        <p:spPr bwMode="auto">
          <a:xfrm>
            <a:off x="1763713" y="3358628"/>
            <a:ext cx="2232025" cy="647700"/>
          </a:xfrm>
          <a:prstGeom prst="rect">
            <a:avLst/>
          </a:prstGeom>
          <a:gradFill rotWithShape="1">
            <a:gsLst>
              <a:gs pos="0">
                <a:srgbClr val="EDEDED"/>
              </a:gs>
              <a:gs pos="64999">
                <a:srgbClr val="D0D0D0"/>
              </a:gs>
              <a:gs pos="100000">
                <a:srgbClr val="BCBCBC"/>
              </a:gs>
            </a:gsLst>
            <a:lin ang="5400000" scaled="1"/>
          </a:gradFill>
          <a:ln w="9525">
            <a:solidFill>
              <a:srgbClr val="000000"/>
            </a:solidFill>
            <a:miter lim="800000"/>
            <a:headEnd/>
            <a:tailEnd/>
          </a:ln>
          <a:effectLst>
            <a:outerShdw blurRad="40000" dist="20000" dir="5400000" rotWithShape="0">
              <a:srgbClr val="000000">
                <a:alpha val="37999"/>
              </a:srgbClr>
            </a:outerShdw>
          </a:effectLst>
        </p:spPr>
        <p:txBody>
          <a:bodyPr/>
          <a:lstStyle/>
          <a:p>
            <a:pPr algn="ctr">
              <a:buFont typeface="Symbol" charset="0"/>
              <a:buNone/>
              <a:defRPr/>
            </a:pPr>
            <a:r>
              <a:rPr lang="es-ES_tradnl" sz="1600" dirty="0">
                <a:ea typeface="ＭＳ Ｐゴシック" charset="0"/>
              </a:rPr>
              <a:t>&lt;&lt;</a:t>
            </a:r>
            <a:r>
              <a:rPr lang="es-ES_tradnl" sz="1600" dirty="0" err="1">
                <a:ea typeface="ＭＳ Ｐゴシック" charset="0"/>
              </a:rPr>
              <a:t>Document</a:t>
            </a:r>
            <a:r>
              <a:rPr lang="es-ES_tradnl" sz="1600" dirty="0">
                <a:ea typeface="ＭＳ Ｐゴシック" charset="0"/>
              </a:rPr>
              <a:t>&gt;&gt;</a:t>
            </a:r>
            <a:br>
              <a:rPr lang="es-ES_tradnl" sz="1600" dirty="0">
                <a:ea typeface="ＭＳ Ｐゴシック" charset="0"/>
              </a:rPr>
            </a:br>
            <a:r>
              <a:rPr lang="es-ES_tradnl" sz="1600" dirty="0" err="1">
                <a:ea typeface="ＭＳ Ｐゴシック" charset="0"/>
              </a:rPr>
              <a:t>Theory_Doc</a:t>
            </a:r>
            <a:endParaRPr lang="es-ES_tradnl" sz="1600" dirty="0">
              <a:ea typeface="ＭＳ Ｐゴシック" charset="0"/>
            </a:endParaRPr>
          </a:p>
        </p:txBody>
      </p:sp>
      <p:sp>
        <p:nvSpPr>
          <p:cNvPr id="6" name="Rectángulo 5"/>
          <p:cNvSpPr>
            <a:spLocks noChangeArrowheads="1"/>
          </p:cNvSpPr>
          <p:nvPr/>
        </p:nvSpPr>
        <p:spPr bwMode="auto">
          <a:xfrm>
            <a:off x="1763713" y="3933304"/>
            <a:ext cx="2232025" cy="431800"/>
          </a:xfrm>
          <a:prstGeom prst="rect">
            <a:avLst/>
          </a:prstGeom>
          <a:gradFill rotWithShape="1">
            <a:gsLst>
              <a:gs pos="0">
                <a:srgbClr val="EDEDED"/>
              </a:gs>
              <a:gs pos="64999">
                <a:srgbClr val="D0D0D0"/>
              </a:gs>
              <a:gs pos="100000">
                <a:srgbClr val="BCBCBC"/>
              </a:gs>
            </a:gsLst>
            <a:lin ang="5400000" scaled="1"/>
          </a:gradFill>
          <a:ln w="9525">
            <a:solidFill>
              <a:srgbClr val="000000"/>
            </a:solidFill>
            <a:miter lim="800000"/>
            <a:headEnd/>
            <a:tailEnd/>
          </a:ln>
          <a:effectLst>
            <a:outerShdw blurRad="40000" dist="20000" dir="5400000" rotWithShape="0">
              <a:srgbClr val="000000">
                <a:alpha val="37999"/>
              </a:srgbClr>
            </a:outerShdw>
          </a:effectLst>
        </p:spPr>
        <p:txBody>
          <a:bodyPr/>
          <a:lstStyle/>
          <a:p>
            <a:pPr algn="ctr">
              <a:buFont typeface="Symbol" charset="0"/>
              <a:buNone/>
              <a:defRPr/>
            </a:pPr>
            <a:r>
              <a:rPr lang="es-ES_tradnl" sz="1600" dirty="0" err="1">
                <a:ea typeface="ＭＳ Ｐゴシック" charset="0"/>
              </a:rPr>
              <a:t>chapterTitle</a:t>
            </a:r>
            <a:endParaRPr lang="es-ES_tradnl" sz="1600" dirty="0">
              <a:ea typeface="ＭＳ Ｐゴシック" charset="0"/>
            </a:endParaRPr>
          </a:p>
        </p:txBody>
      </p:sp>
      <p:sp>
        <p:nvSpPr>
          <p:cNvPr id="7" name="Triángulo isósceles 6"/>
          <p:cNvSpPr>
            <a:spLocks noChangeArrowheads="1"/>
          </p:cNvSpPr>
          <p:nvPr/>
        </p:nvSpPr>
        <p:spPr bwMode="auto">
          <a:xfrm>
            <a:off x="2771775" y="2781300"/>
            <a:ext cx="215900" cy="215900"/>
          </a:xfrm>
          <a:prstGeom prst="triangle">
            <a:avLst>
              <a:gd name="adj" fmla="val 50000"/>
            </a:avLst>
          </a:prstGeom>
          <a:gradFill rotWithShape="1">
            <a:gsLst>
              <a:gs pos="0">
                <a:srgbClr val="EDEDED"/>
              </a:gs>
              <a:gs pos="64999">
                <a:srgbClr val="D0D0D0"/>
              </a:gs>
              <a:gs pos="100000">
                <a:srgbClr val="BCBCBC"/>
              </a:gs>
            </a:gsLst>
            <a:lin ang="5400000" scaled="1"/>
          </a:gradFill>
          <a:ln w="9525">
            <a:solidFill>
              <a:srgbClr val="000000"/>
            </a:solidFill>
            <a:miter lim="800000"/>
            <a:headEnd/>
            <a:tailEnd/>
          </a:ln>
          <a:effectLst>
            <a:outerShdw blurRad="40000" dist="20000" dir="5400000" rotWithShape="0">
              <a:srgbClr val="000000">
                <a:alpha val="37999"/>
              </a:srgbClr>
            </a:outerShdw>
          </a:effectLst>
        </p:spPr>
        <p:txBody>
          <a:bodyPr/>
          <a:lstStyle>
            <a:lvl1pPr marL="342900" indent="-342900">
              <a:defRPr sz="2800">
                <a:solidFill>
                  <a:srgbClr val="9B172C"/>
                </a:solidFill>
                <a:latin typeface="Verdana" charset="0"/>
                <a:ea typeface="MS PGothic" charset="-128"/>
              </a:defRPr>
            </a:lvl1pPr>
            <a:lvl2pPr marL="742950" indent="-285750">
              <a:defRPr sz="2800">
                <a:solidFill>
                  <a:srgbClr val="9B172C"/>
                </a:solidFill>
                <a:latin typeface="Verdana" charset="0"/>
                <a:ea typeface="MS PGothic" charset="-128"/>
              </a:defRPr>
            </a:lvl2pPr>
            <a:lvl3pPr marL="1143000" indent="-228600">
              <a:defRPr sz="2800">
                <a:solidFill>
                  <a:srgbClr val="9B172C"/>
                </a:solidFill>
                <a:latin typeface="Verdana" charset="0"/>
                <a:ea typeface="MS PGothic" charset="-128"/>
              </a:defRPr>
            </a:lvl3pPr>
            <a:lvl4pPr marL="1600200" indent="-228600">
              <a:defRPr sz="2800">
                <a:solidFill>
                  <a:srgbClr val="9B172C"/>
                </a:solidFill>
                <a:latin typeface="Verdana" charset="0"/>
                <a:ea typeface="MS PGothic" charset="-128"/>
              </a:defRPr>
            </a:lvl4pPr>
            <a:lvl5pPr marL="2057400" indent="-228600">
              <a:defRPr sz="2800">
                <a:solidFill>
                  <a:srgbClr val="9B172C"/>
                </a:solidFill>
                <a:latin typeface="Verdana" charset="0"/>
                <a:ea typeface="MS PGothic" charset="-128"/>
              </a:defRPr>
            </a:lvl5pPr>
            <a:lvl6pPr marL="25146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6pPr>
            <a:lvl7pPr marL="29718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7pPr>
            <a:lvl8pPr marL="34290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8pPr>
            <a:lvl9pPr marL="38862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9pPr>
          </a:lstStyle>
          <a:p>
            <a:endParaRPr lang="es-ES_tradnl" altLang="es-ES_tradnl">
              <a:ea typeface="ＭＳ Ｐゴシック" charset="-128"/>
            </a:endParaRPr>
          </a:p>
        </p:txBody>
      </p:sp>
      <p:cxnSp>
        <p:nvCxnSpPr>
          <p:cNvPr id="8" name="Conector recto 7"/>
          <p:cNvCxnSpPr>
            <a:cxnSpLocks noChangeShapeType="1"/>
            <a:endCxn id="5" idx="0"/>
          </p:cNvCxnSpPr>
          <p:nvPr/>
        </p:nvCxnSpPr>
        <p:spPr bwMode="auto">
          <a:xfrm>
            <a:off x="2879725" y="3011329"/>
            <a:ext cx="1" cy="347299"/>
          </a:xfrm>
          <a:prstGeom prst="line">
            <a:avLst/>
          </a:prstGeom>
          <a:noFill/>
          <a:ln w="25400">
            <a:solidFill>
              <a:schemeClr val="tx1"/>
            </a:solidFill>
            <a:round/>
            <a:headEnd/>
            <a:tailEnd/>
          </a:ln>
          <a:effectLst>
            <a:outerShdw blurRad="40000" dist="20000" dir="5400000" rotWithShape="0">
              <a:srgbClr val="000000">
                <a:alpha val="37999"/>
              </a:srgbClr>
            </a:outerShdw>
          </a:effectLst>
          <a:extLst>
            <a:ext uri="{909E8E84-426E-40DD-AFC4-6F175D3DCCD1}">
              <a14:hiddenFill xmlns:a14="http://schemas.microsoft.com/office/drawing/2010/main">
                <a:noFill/>
              </a14:hiddenFill>
            </a:ext>
          </a:extLst>
        </p:spPr>
      </p:cxnSp>
      <p:sp>
        <p:nvSpPr>
          <p:cNvPr id="9" name="Rectángulo 8"/>
          <p:cNvSpPr>
            <a:spLocks noChangeArrowheads="1"/>
          </p:cNvSpPr>
          <p:nvPr/>
        </p:nvSpPr>
        <p:spPr bwMode="auto">
          <a:xfrm>
            <a:off x="5003801" y="3055871"/>
            <a:ext cx="1944464" cy="647700"/>
          </a:xfrm>
          <a:prstGeom prst="rect">
            <a:avLst/>
          </a:prstGeom>
          <a:gradFill rotWithShape="1">
            <a:gsLst>
              <a:gs pos="0">
                <a:srgbClr val="EDEDED"/>
              </a:gs>
              <a:gs pos="64999">
                <a:srgbClr val="D0D0D0"/>
              </a:gs>
              <a:gs pos="100000">
                <a:srgbClr val="BCBCBC"/>
              </a:gs>
            </a:gsLst>
            <a:lin ang="5400000" scaled="1"/>
          </a:gradFill>
          <a:ln w="9525">
            <a:solidFill>
              <a:srgbClr val="000000"/>
            </a:solidFill>
            <a:miter lim="800000"/>
            <a:headEnd/>
            <a:tailEnd/>
          </a:ln>
          <a:effectLst>
            <a:outerShdw blurRad="40000" dist="20000" dir="5400000" rotWithShape="0">
              <a:srgbClr val="000000">
                <a:alpha val="37999"/>
              </a:srgbClr>
            </a:outerShdw>
          </a:effectLst>
        </p:spPr>
        <p:txBody>
          <a:bodyPr/>
          <a:lstStyle/>
          <a:p>
            <a:pPr algn="ctr">
              <a:buFont typeface="Symbol" charset="0"/>
              <a:buNone/>
              <a:defRPr/>
            </a:pPr>
            <a:r>
              <a:rPr lang="es-ES_tradnl" sz="1600" dirty="0">
                <a:ea typeface="ＭＳ Ｐゴシック" charset="0"/>
              </a:rPr>
              <a:t>&lt;&lt;</a:t>
            </a:r>
            <a:r>
              <a:rPr lang="es-ES_tradnl" sz="1600" dirty="0" err="1">
                <a:ea typeface="ＭＳ Ｐゴシック" charset="0"/>
              </a:rPr>
              <a:t>Document</a:t>
            </a:r>
            <a:r>
              <a:rPr lang="es-ES_tradnl" sz="1600" dirty="0">
                <a:ea typeface="ＭＳ Ｐゴシック" charset="0"/>
              </a:rPr>
              <a:t>&gt;&gt;</a:t>
            </a:r>
            <a:br>
              <a:rPr lang="es-ES_tradnl" sz="1600" dirty="0">
                <a:ea typeface="ＭＳ Ｐゴシック" charset="0"/>
              </a:rPr>
            </a:br>
            <a:r>
              <a:rPr lang="es-ES_tradnl" sz="1600" dirty="0" err="1">
                <a:ea typeface="ＭＳ Ｐゴシック" charset="0"/>
              </a:rPr>
              <a:t>Theory_Doc</a:t>
            </a:r>
            <a:endParaRPr lang="es-ES_tradnl" sz="1600" dirty="0">
              <a:ea typeface="ＭＳ Ｐゴシック" charset="0"/>
            </a:endParaRPr>
          </a:p>
        </p:txBody>
      </p:sp>
      <p:sp>
        <p:nvSpPr>
          <p:cNvPr id="12" name="Rectángulo 11"/>
          <p:cNvSpPr>
            <a:spLocks noChangeArrowheads="1"/>
          </p:cNvSpPr>
          <p:nvPr/>
        </p:nvSpPr>
        <p:spPr bwMode="auto">
          <a:xfrm>
            <a:off x="1763713" y="2420938"/>
            <a:ext cx="2232025" cy="360362"/>
          </a:xfrm>
          <a:prstGeom prst="rect">
            <a:avLst/>
          </a:prstGeom>
          <a:gradFill rotWithShape="1">
            <a:gsLst>
              <a:gs pos="0">
                <a:srgbClr val="EDEDED"/>
              </a:gs>
              <a:gs pos="64999">
                <a:srgbClr val="D0D0D0"/>
              </a:gs>
              <a:gs pos="100000">
                <a:srgbClr val="BCBCBC"/>
              </a:gs>
            </a:gsLst>
            <a:lin ang="5400000" scaled="1"/>
          </a:gradFill>
          <a:ln w="9525">
            <a:solidFill>
              <a:srgbClr val="000000"/>
            </a:solidFill>
            <a:miter lim="800000"/>
            <a:headEnd/>
            <a:tailEnd/>
          </a:ln>
          <a:effectLst>
            <a:outerShdw blurRad="40000" dist="20000" dir="5400000" rotWithShape="0">
              <a:srgbClr val="000000">
                <a:alpha val="37999"/>
              </a:srgbClr>
            </a:outerShdw>
          </a:effectLst>
        </p:spPr>
        <p:txBody>
          <a:bodyPr/>
          <a:lstStyle>
            <a:lvl1pPr>
              <a:defRPr sz="2800">
                <a:solidFill>
                  <a:srgbClr val="9B172C"/>
                </a:solidFill>
                <a:latin typeface="Verdana" charset="0"/>
                <a:ea typeface="MS PGothic" charset="-128"/>
              </a:defRPr>
            </a:lvl1pPr>
            <a:lvl2pPr marL="742950" indent="-285750">
              <a:defRPr sz="2800">
                <a:solidFill>
                  <a:srgbClr val="9B172C"/>
                </a:solidFill>
                <a:latin typeface="Verdana" charset="0"/>
                <a:ea typeface="MS PGothic" charset="-128"/>
              </a:defRPr>
            </a:lvl2pPr>
            <a:lvl3pPr marL="1143000" indent="-228600">
              <a:defRPr sz="2800">
                <a:solidFill>
                  <a:srgbClr val="9B172C"/>
                </a:solidFill>
                <a:latin typeface="Verdana" charset="0"/>
                <a:ea typeface="MS PGothic" charset="-128"/>
              </a:defRPr>
            </a:lvl3pPr>
            <a:lvl4pPr marL="1600200" indent="-228600">
              <a:defRPr sz="2800">
                <a:solidFill>
                  <a:srgbClr val="9B172C"/>
                </a:solidFill>
                <a:latin typeface="Verdana" charset="0"/>
                <a:ea typeface="MS PGothic" charset="-128"/>
              </a:defRPr>
            </a:lvl4pPr>
            <a:lvl5pPr marL="2057400" indent="-228600">
              <a:defRPr sz="2800">
                <a:solidFill>
                  <a:srgbClr val="9B172C"/>
                </a:solidFill>
                <a:latin typeface="Verdana" charset="0"/>
                <a:ea typeface="MS PGothic" charset="-128"/>
              </a:defRPr>
            </a:lvl5pPr>
            <a:lvl6pPr marL="25146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6pPr>
            <a:lvl7pPr marL="29718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7pPr>
            <a:lvl8pPr marL="34290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8pPr>
            <a:lvl9pPr marL="38862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9pPr>
          </a:lstStyle>
          <a:p>
            <a:pPr algn="ctr">
              <a:buFont typeface="Symbol" charset="2"/>
              <a:buNone/>
            </a:pPr>
            <a:r>
              <a:rPr lang="es-ES_tradnl" altLang="es-ES_tradnl" sz="1600" dirty="0" err="1">
                <a:ea typeface="ＭＳ Ｐゴシック" charset="-128"/>
              </a:rPr>
              <a:t>systemCovered</a:t>
            </a:r>
            <a:endParaRPr lang="es-ES_tradnl" altLang="es-ES_tradnl" sz="1600" dirty="0">
              <a:ea typeface="ＭＳ Ｐゴシック" charset="-128"/>
            </a:endParaRPr>
          </a:p>
          <a:p>
            <a:pPr algn="ctr">
              <a:buFont typeface="Symbol" charset="2"/>
              <a:buNone/>
            </a:pPr>
            <a:endParaRPr lang="es-ES_tradnl" altLang="es-ES_tradnl" sz="1600" dirty="0">
              <a:ea typeface="ＭＳ Ｐゴシック" charset="-128"/>
            </a:endParaRPr>
          </a:p>
        </p:txBody>
      </p:sp>
      <p:sp>
        <p:nvSpPr>
          <p:cNvPr id="13" name="Rectángulo 12"/>
          <p:cNvSpPr>
            <a:spLocks noChangeArrowheads="1"/>
          </p:cNvSpPr>
          <p:nvPr/>
        </p:nvSpPr>
        <p:spPr bwMode="auto">
          <a:xfrm>
            <a:off x="5003801" y="1844824"/>
            <a:ext cx="1944464" cy="649287"/>
          </a:xfrm>
          <a:prstGeom prst="rect">
            <a:avLst/>
          </a:prstGeom>
          <a:gradFill rotWithShape="1">
            <a:gsLst>
              <a:gs pos="0">
                <a:srgbClr val="EDEDED"/>
              </a:gs>
              <a:gs pos="64999">
                <a:srgbClr val="D0D0D0"/>
              </a:gs>
              <a:gs pos="100000">
                <a:srgbClr val="BCBCBC"/>
              </a:gs>
            </a:gsLst>
            <a:lin ang="5400000" scaled="1"/>
          </a:gradFill>
          <a:ln w="9525">
            <a:solidFill>
              <a:srgbClr val="000000"/>
            </a:solidFill>
            <a:miter lim="800000"/>
            <a:headEnd/>
            <a:tailEnd/>
          </a:ln>
          <a:effectLst>
            <a:outerShdw blurRad="40000" dist="20000" dir="5400000" rotWithShape="0">
              <a:srgbClr val="000000">
                <a:alpha val="37999"/>
              </a:srgbClr>
            </a:outerShdw>
          </a:effectLst>
        </p:spPr>
        <p:txBody>
          <a:bodyPr/>
          <a:lstStyle/>
          <a:p>
            <a:pPr algn="ctr">
              <a:buNone/>
            </a:pPr>
            <a:r>
              <a:rPr lang="es-ES_tradnl" sz="1600" dirty="0"/>
              <a:t>&lt;&lt;</a:t>
            </a:r>
            <a:r>
              <a:rPr lang="es-ES_tradnl" sz="1600" dirty="0" err="1"/>
              <a:t>Document</a:t>
            </a:r>
            <a:r>
              <a:rPr lang="es-ES_tradnl" sz="1600" dirty="0"/>
              <a:t>&gt;&gt;</a:t>
            </a:r>
            <a:br>
              <a:rPr lang="es-ES_tradnl" sz="1600" dirty="0"/>
            </a:br>
            <a:r>
              <a:rPr lang="es-ES_tradnl" sz="1600" dirty="0" err="1"/>
              <a:t>Gsi_Document</a:t>
            </a:r>
            <a:endParaRPr lang="es-ES_tradnl" sz="1600" dirty="0"/>
          </a:p>
        </p:txBody>
      </p:sp>
      <p:sp>
        <p:nvSpPr>
          <p:cNvPr id="15" name="Flecha a la derecha con muesca 14"/>
          <p:cNvSpPr/>
          <p:nvPr/>
        </p:nvSpPr>
        <p:spPr bwMode="auto">
          <a:xfrm>
            <a:off x="4082372" y="3684975"/>
            <a:ext cx="813476" cy="1151557"/>
          </a:xfrm>
          <a:prstGeom prst="notchedRightArrow">
            <a:avLst>
              <a:gd name="adj1" fmla="val 50000"/>
              <a:gd name="adj2" fmla="val 52865"/>
            </a:avLst>
          </a:prstGeom>
          <a:solidFill>
            <a:schemeClr val="tx2"/>
          </a:solidFill>
          <a:ln>
            <a:solidFill>
              <a:schemeClr val="tx2"/>
            </a:solidFill>
          </a:ln>
        </p:spPr>
        <p:style>
          <a:lnRef idx="2">
            <a:schemeClr val="accent2">
              <a:shade val="50000"/>
            </a:schemeClr>
          </a:lnRef>
          <a:fillRef idx="1">
            <a:schemeClr val="accent2"/>
          </a:fillRef>
          <a:effectRef idx="0">
            <a:schemeClr val="accent2"/>
          </a:effectRef>
          <a:fontRef idx="minor">
            <a:schemeClr val="lt1"/>
          </a:fontRef>
        </p:style>
        <p:txBody>
          <a:bodyPr/>
          <a:lstStyle/>
          <a:p>
            <a:pPr marL="342900" indent="-342900">
              <a:buFont typeface="Symbol" charset="0"/>
              <a:buChar char="¨"/>
              <a:defRPr/>
            </a:pPr>
            <a:endParaRPr lang="es-ES_tradnl">
              <a:solidFill>
                <a:srgbClr val="9B172C"/>
              </a:solidFill>
            </a:endParaRPr>
          </a:p>
        </p:txBody>
      </p:sp>
      <p:sp>
        <p:nvSpPr>
          <p:cNvPr id="16" name="Rectángulo 15"/>
          <p:cNvSpPr>
            <a:spLocks noChangeArrowheads="1"/>
          </p:cNvSpPr>
          <p:nvPr/>
        </p:nvSpPr>
        <p:spPr bwMode="auto">
          <a:xfrm>
            <a:off x="1763713" y="4868863"/>
            <a:ext cx="2232025" cy="647700"/>
          </a:xfrm>
          <a:prstGeom prst="rect">
            <a:avLst/>
          </a:prstGeom>
          <a:gradFill rotWithShape="1">
            <a:gsLst>
              <a:gs pos="0">
                <a:srgbClr val="EDEDED"/>
              </a:gs>
              <a:gs pos="64999">
                <a:srgbClr val="D0D0D0"/>
              </a:gs>
              <a:gs pos="100000">
                <a:srgbClr val="BCBCBC"/>
              </a:gs>
            </a:gsLst>
            <a:lin ang="5400000" scaled="1"/>
          </a:gradFill>
          <a:ln w="9525">
            <a:solidFill>
              <a:srgbClr val="000000"/>
            </a:solidFill>
            <a:miter lim="800000"/>
            <a:headEnd/>
            <a:tailEnd/>
          </a:ln>
          <a:effectLst>
            <a:outerShdw blurRad="40000" dist="20000" dir="5400000" rotWithShape="0">
              <a:srgbClr val="000000">
                <a:alpha val="37999"/>
              </a:srgbClr>
            </a:outerShdw>
          </a:effectLst>
        </p:spPr>
        <p:txBody>
          <a:bodyPr/>
          <a:lstStyle/>
          <a:p>
            <a:pPr algn="ctr">
              <a:buFont typeface="Symbol" charset="0"/>
              <a:buNone/>
              <a:defRPr/>
            </a:pPr>
            <a:r>
              <a:rPr lang="es-ES_tradnl" sz="1600" dirty="0">
                <a:ea typeface="ＭＳ Ｐゴシック" charset="0"/>
              </a:rPr>
              <a:t>&lt;&lt;Folder&gt;&gt;</a:t>
            </a:r>
            <a:br>
              <a:rPr lang="es-ES_tradnl" sz="1600" dirty="0">
                <a:ea typeface="ＭＳ Ｐゴシック" charset="0"/>
              </a:rPr>
            </a:br>
            <a:r>
              <a:rPr lang="es-ES_tradnl" sz="1600" dirty="0" err="1">
                <a:ea typeface="ＭＳ Ｐゴシック" charset="0"/>
              </a:rPr>
              <a:t>ChapterNumber</a:t>
            </a:r>
            <a:endParaRPr lang="es-ES_tradnl" sz="1600" dirty="0">
              <a:ea typeface="ＭＳ Ｐゴシック" charset="0"/>
            </a:endParaRPr>
          </a:p>
        </p:txBody>
      </p:sp>
      <p:sp>
        <p:nvSpPr>
          <p:cNvPr id="17" name="Rectángulo 16"/>
          <p:cNvSpPr>
            <a:spLocks noChangeArrowheads="1"/>
          </p:cNvSpPr>
          <p:nvPr/>
        </p:nvSpPr>
        <p:spPr bwMode="auto">
          <a:xfrm>
            <a:off x="1763713" y="6021388"/>
            <a:ext cx="2232025" cy="647700"/>
          </a:xfrm>
          <a:prstGeom prst="rect">
            <a:avLst/>
          </a:prstGeom>
          <a:gradFill rotWithShape="1">
            <a:gsLst>
              <a:gs pos="0">
                <a:srgbClr val="EDEDED"/>
              </a:gs>
              <a:gs pos="64999">
                <a:srgbClr val="D0D0D0"/>
              </a:gs>
              <a:gs pos="100000">
                <a:srgbClr val="BCBCBC"/>
              </a:gs>
            </a:gsLst>
            <a:lin ang="5400000" scaled="1"/>
          </a:gradFill>
          <a:ln w="9525">
            <a:solidFill>
              <a:srgbClr val="000000"/>
            </a:solidFill>
            <a:miter lim="800000"/>
            <a:headEnd/>
            <a:tailEnd/>
          </a:ln>
          <a:effectLst>
            <a:outerShdw blurRad="40000" dist="20000" dir="5400000" rotWithShape="0">
              <a:srgbClr val="000000">
                <a:alpha val="37999"/>
              </a:srgbClr>
            </a:outerShdw>
          </a:effectLst>
        </p:spPr>
        <p:txBody>
          <a:bodyPr/>
          <a:lstStyle/>
          <a:p>
            <a:pPr algn="ctr">
              <a:buFont typeface="Symbol" charset="0"/>
              <a:buNone/>
              <a:defRPr/>
            </a:pPr>
            <a:r>
              <a:rPr lang="es-ES_tradnl" sz="1600" dirty="0">
                <a:ea typeface="ＭＳ Ｐゴシック" charset="0"/>
              </a:rPr>
              <a:t>&lt;&lt;Folder&gt;&gt;</a:t>
            </a:r>
            <a:br>
              <a:rPr lang="es-ES_tradnl" sz="1600" dirty="0">
                <a:ea typeface="ＭＳ Ｐゴシック" charset="0"/>
              </a:rPr>
            </a:br>
            <a:r>
              <a:rPr lang="es-ES_tradnl" sz="1600" dirty="0" err="1">
                <a:ea typeface="ＭＳ Ｐゴシック" charset="0"/>
              </a:rPr>
              <a:t>Theory</a:t>
            </a:r>
            <a:endParaRPr lang="es-ES_tradnl" sz="1600" dirty="0">
              <a:ea typeface="ＭＳ Ｐゴシック" charset="0"/>
            </a:endParaRPr>
          </a:p>
        </p:txBody>
      </p:sp>
      <p:sp>
        <p:nvSpPr>
          <p:cNvPr id="18" name="Rombo 17"/>
          <p:cNvSpPr>
            <a:spLocks noChangeArrowheads="1"/>
          </p:cNvSpPr>
          <p:nvPr/>
        </p:nvSpPr>
        <p:spPr bwMode="auto">
          <a:xfrm>
            <a:off x="2771775" y="5805488"/>
            <a:ext cx="215900" cy="215900"/>
          </a:xfrm>
          <a:prstGeom prst="diamond">
            <a:avLst/>
          </a:prstGeom>
          <a:gradFill rotWithShape="1">
            <a:gsLst>
              <a:gs pos="0">
                <a:srgbClr val="EDEDED"/>
              </a:gs>
              <a:gs pos="64999">
                <a:srgbClr val="D0D0D0"/>
              </a:gs>
              <a:gs pos="100000">
                <a:srgbClr val="BCBCBC"/>
              </a:gs>
            </a:gsLst>
            <a:lin ang="5400000" scaled="1"/>
          </a:gradFill>
          <a:ln w="9525">
            <a:solidFill>
              <a:srgbClr val="000000"/>
            </a:solidFill>
            <a:miter lim="800000"/>
            <a:headEnd/>
            <a:tailEnd/>
          </a:ln>
          <a:effectLst>
            <a:outerShdw blurRad="40000" dist="20000" dir="5400000" rotWithShape="0">
              <a:srgbClr val="000000">
                <a:alpha val="37999"/>
              </a:srgbClr>
            </a:outerShdw>
          </a:effectLst>
        </p:spPr>
        <p:txBody>
          <a:bodyPr/>
          <a:lstStyle>
            <a:lvl1pPr marL="342900" indent="-342900">
              <a:defRPr sz="2800">
                <a:solidFill>
                  <a:srgbClr val="9B172C"/>
                </a:solidFill>
                <a:latin typeface="Verdana" charset="0"/>
                <a:ea typeface="MS PGothic" charset="-128"/>
              </a:defRPr>
            </a:lvl1pPr>
            <a:lvl2pPr marL="742950" indent="-285750">
              <a:defRPr sz="2800">
                <a:solidFill>
                  <a:srgbClr val="9B172C"/>
                </a:solidFill>
                <a:latin typeface="Verdana" charset="0"/>
                <a:ea typeface="MS PGothic" charset="-128"/>
              </a:defRPr>
            </a:lvl2pPr>
            <a:lvl3pPr marL="1143000" indent="-228600">
              <a:defRPr sz="2800">
                <a:solidFill>
                  <a:srgbClr val="9B172C"/>
                </a:solidFill>
                <a:latin typeface="Verdana" charset="0"/>
                <a:ea typeface="MS PGothic" charset="-128"/>
              </a:defRPr>
            </a:lvl3pPr>
            <a:lvl4pPr marL="1600200" indent="-228600">
              <a:defRPr sz="2800">
                <a:solidFill>
                  <a:srgbClr val="9B172C"/>
                </a:solidFill>
                <a:latin typeface="Verdana" charset="0"/>
                <a:ea typeface="MS PGothic" charset="-128"/>
              </a:defRPr>
            </a:lvl4pPr>
            <a:lvl5pPr marL="2057400" indent="-228600">
              <a:defRPr sz="2800">
                <a:solidFill>
                  <a:srgbClr val="9B172C"/>
                </a:solidFill>
                <a:latin typeface="Verdana" charset="0"/>
                <a:ea typeface="MS PGothic" charset="-128"/>
              </a:defRPr>
            </a:lvl5pPr>
            <a:lvl6pPr marL="25146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6pPr>
            <a:lvl7pPr marL="29718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7pPr>
            <a:lvl8pPr marL="34290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8pPr>
            <a:lvl9pPr marL="38862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9pPr>
          </a:lstStyle>
          <a:p>
            <a:endParaRPr lang="es-ES_tradnl" altLang="es-ES_tradnl">
              <a:ea typeface="ＭＳ Ｐゴシック" charset="-128"/>
            </a:endParaRPr>
          </a:p>
        </p:txBody>
      </p:sp>
      <p:sp>
        <p:nvSpPr>
          <p:cNvPr id="19" name="Rombo 18"/>
          <p:cNvSpPr>
            <a:spLocks noChangeArrowheads="1"/>
          </p:cNvSpPr>
          <p:nvPr/>
        </p:nvSpPr>
        <p:spPr bwMode="auto">
          <a:xfrm>
            <a:off x="2771775" y="4652963"/>
            <a:ext cx="215900" cy="215900"/>
          </a:xfrm>
          <a:prstGeom prst="diamond">
            <a:avLst/>
          </a:prstGeom>
          <a:gradFill rotWithShape="1">
            <a:gsLst>
              <a:gs pos="0">
                <a:srgbClr val="EDEDED"/>
              </a:gs>
              <a:gs pos="64999">
                <a:srgbClr val="D0D0D0"/>
              </a:gs>
              <a:gs pos="100000">
                <a:srgbClr val="BCBCBC"/>
              </a:gs>
            </a:gsLst>
            <a:lin ang="5400000" scaled="1"/>
          </a:gradFill>
          <a:ln w="9525">
            <a:solidFill>
              <a:srgbClr val="000000"/>
            </a:solidFill>
            <a:miter lim="800000"/>
            <a:headEnd/>
            <a:tailEnd/>
          </a:ln>
          <a:effectLst>
            <a:outerShdw blurRad="40000" dist="20000" dir="5400000" rotWithShape="0">
              <a:srgbClr val="000000">
                <a:alpha val="37999"/>
              </a:srgbClr>
            </a:outerShdw>
          </a:effectLst>
        </p:spPr>
        <p:txBody>
          <a:bodyPr/>
          <a:lstStyle>
            <a:lvl1pPr marL="342900" indent="-342900">
              <a:defRPr sz="2800">
                <a:solidFill>
                  <a:srgbClr val="9B172C"/>
                </a:solidFill>
                <a:latin typeface="Verdana" charset="0"/>
                <a:ea typeface="MS PGothic" charset="-128"/>
              </a:defRPr>
            </a:lvl1pPr>
            <a:lvl2pPr marL="742950" indent="-285750">
              <a:defRPr sz="2800">
                <a:solidFill>
                  <a:srgbClr val="9B172C"/>
                </a:solidFill>
                <a:latin typeface="Verdana" charset="0"/>
                <a:ea typeface="MS PGothic" charset="-128"/>
              </a:defRPr>
            </a:lvl2pPr>
            <a:lvl3pPr marL="1143000" indent="-228600">
              <a:defRPr sz="2800">
                <a:solidFill>
                  <a:srgbClr val="9B172C"/>
                </a:solidFill>
                <a:latin typeface="Verdana" charset="0"/>
                <a:ea typeface="MS PGothic" charset="-128"/>
              </a:defRPr>
            </a:lvl3pPr>
            <a:lvl4pPr marL="1600200" indent="-228600">
              <a:defRPr sz="2800">
                <a:solidFill>
                  <a:srgbClr val="9B172C"/>
                </a:solidFill>
                <a:latin typeface="Verdana" charset="0"/>
                <a:ea typeface="MS PGothic" charset="-128"/>
              </a:defRPr>
            </a:lvl4pPr>
            <a:lvl5pPr marL="2057400" indent="-228600">
              <a:defRPr sz="2800">
                <a:solidFill>
                  <a:srgbClr val="9B172C"/>
                </a:solidFill>
                <a:latin typeface="Verdana" charset="0"/>
                <a:ea typeface="MS PGothic" charset="-128"/>
              </a:defRPr>
            </a:lvl5pPr>
            <a:lvl6pPr marL="25146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6pPr>
            <a:lvl7pPr marL="29718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7pPr>
            <a:lvl8pPr marL="34290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8pPr>
            <a:lvl9pPr marL="38862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9pPr>
          </a:lstStyle>
          <a:p>
            <a:endParaRPr lang="es-ES_tradnl" altLang="es-ES_tradnl">
              <a:ea typeface="ＭＳ Ｐゴシック" charset="-128"/>
            </a:endParaRPr>
          </a:p>
        </p:txBody>
      </p:sp>
      <p:cxnSp>
        <p:nvCxnSpPr>
          <p:cNvPr id="20" name="Conector recto 19"/>
          <p:cNvCxnSpPr>
            <a:cxnSpLocks noChangeShapeType="1"/>
            <a:stCxn id="16" idx="2"/>
            <a:endCxn id="18" idx="0"/>
          </p:cNvCxnSpPr>
          <p:nvPr/>
        </p:nvCxnSpPr>
        <p:spPr bwMode="auto">
          <a:xfrm>
            <a:off x="2879725" y="5516563"/>
            <a:ext cx="0" cy="288925"/>
          </a:xfrm>
          <a:prstGeom prst="line">
            <a:avLst/>
          </a:prstGeom>
          <a:noFill/>
          <a:ln w="25400">
            <a:solidFill>
              <a:schemeClr val="tx1"/>
            </a:solidFill>
            <a:round/>
            <a:headEnd/>
            <a:tailEnd/>
          </a:ln>
          <a:effectLst>
            <a:outerShdw blurRad="40000" dist="20000" dir="5400000" rotWithShape="0">
              <a:srgbClr val="000000">
                <a:alpha val="37999"/>
              </a:srgbClr>
            </a:outerShdw>
          </a:effectLst>
          <a:extLst>
            <a:ext uri="{909E8E84-426E-40DD-AFC4-6F175D3DCCD1}">
              <a14:hiddenFill xmlns:a14="http://schemas.microsoft.com/office/drawing/2010/main">
                <a:noFill/>
              </a14:hiddenFill>
            </a:ext>
          </a:extLst>
        </p:spPr>
      </p:cxnSp>
      <p:cxnSp>
        <p:nvCxnSpPr>
          <p:cNvPr id="23" name="Conector recto 22"/>
          <p:cNvCxnSpPr>
            <a:cxnSpLocks noChangeShapeType="1"/>
            <a:stCxn id="6" idx="2"/>
            <a:endCxn id="19" idx="0"/>
          </p:cNvCxnSpPr>
          <p:nvPr/>
        </p:nvCxnSpPr>
        <p:spPr bwMode="auto">
          <a:xfrm flipH="1">
            <a:off x="2879725" y="4365104"/>
            <a:ext cx="1" cy="287859"/>
          </a:xfrm>
          <a:prstGeom prst="line">
            <a:avLst/>
          </a:prstGeom>
          <a:noFill/>
          <a:ln w="25400">
            <a:solidFill>
              <a:schemeClr val="tx1"/>
            </a:solidFill>
            <a:round/>
            <a:headEnd/>
            <a:tailEnd/>
          </a:ln>
          <a:effectLst>
            <a:outerShdw blurRad="40000" dist="20000" dir="5400000" rotWithShape="0">
              <a:srgbClr val="000000">
                <a:alpha val="37999"/>
              </a:srgbClr>
            </a:outerShdw>
          </a:effectLst>
          <a:extLst>
            <a:ext uri="{909E8E84-426E-40DD-AFC4-6F175D3DCCD1}">
              <a14:hiddenFill xmlns:a14="http://schemas.microsoft.com/office/drawing/2010/main">
                <a:noFill/>
              </a14:hiddenFill>
            </a:ext>
          </a:extLst>
        </p:spPr>
      </p:cxnSp>
      <p:sp>
        <p:nvSpPr>
          <p:cNvPr id="26" name="Rectángulo 25"/>
          <p:cNvSpPr>
            <a:spLocks noChangeArrowheads="1"/>
          </p:cNvSpPr>
          <p:nvPr/>
        </p:nvSpPr>
        <p:spPr bwMode="auto">
          <a:xfrm>
            <a:off x="5003801" y="4220791"/>
            <a:ext cx="1944464" cy="647700"/>
          </a:xfrm>
          <a:prstGeom prst="rect">
            <a:avLst/>
          </a:prstGeom>
          <a:gradFill rotWithShape="1">
            <a:gsLst>
              <a:gs pos="0">
                <a:srgbClr val="EDEDED"/>
              </a:gs>
              <a:gs pos="64999">
                <a:srgbClr val="D0D0D0"/>
              </a:gs>
              <a:gs pos="100000">
                <a:srgbClr val="BCBCBC"/>
              </a:gs>
            </a:gsLst>
            <a:lin ang="5400000" scaled="1"/>
          </a:gradFill>
          <a:ln w="9525">
            <a:solidFill>
              <a:srgbClr val="000000"/>
            </a:solidFill>
            <a:miter lim="800000"/>
            <a:headEnd/>
            <a:tailEnd/>
          </a:ln>
          <a:effectLst>
            <a:outerShdw blurRad="40000" dist="20000" dir="5400000" rotWithShape="0">
              <a:srgbClr val="000000">
                <a:alpha val="37999"/>
              </a:srgbClr>
            </a:outerShdw>
          </a:effectLst>
        </p:spPr>
        <p:txBody>
          <a:bodyPr/>
          <a:lstStyle/>
          <a:p>
            <a:pPr algn="ctr">
              <a:buFont typeface="Symbol" charset="0"/>
              <a:buNone/>
              <a:defRPr/>
            </a:pPr>
            <a:r>
              <a:rPr lang="es-ES_tradnl" sz="1600" dirty="0">
                <a:ea typeface="ＭＳ Ｐゴシック" charset="0"/>
              </a:rPr>
              <a:t>&lt;&lt;Folder&gt;&gt;</a:t>
            </a:r>
            <a:br>
              <a:rPr lang="es-ES_tradnl" sz="1600" dirty="0">
                <a:ea typeface="ＭＳ Ｐゴシック" charset="0"/>
              </a:rPr>
            </a:br>
            <a:r>
              <a:rPr lang="es-ES_tradnl" sz="1600" dirty="0" err="1">
                <a:ea typeface="ＭＳ Ｐゴシック" charset="0"/>
              </a:rPr>
              <a:t>ChapterNumber</a:t>
            </a:r>
            <a:endParaRPr lang="es-ES_tradnl" sz="1600" dirty="0">
              <a:ea typeface="ＭＳ Ｐゴシック" charset="0"/>
            </a:endParaRPr>
          </a:p>
        </p:txBody>
      </p:sp>
      <p:sp>
        <p:nvSpPr>
          <p:cNvPr id="27" name="Rectángulo 26"/>
          <p:cNvSpPr>
            <a:spLocks noChangeArrowheads="1"/>
          </p:cNvSpPr>
          <p:nvPr/>
        </p:nvSpPr>
        <p:spPr bwMode="auto">
          <a:xfrm>
            <a:off x="5003801" y="5387919"/>
            <a:ext cx="1944464" cy="647700"/>
          </a:xfrm>
          <a:prstGeom prst="rect">
            <a:avLst/>
          </a:prstGeom>
          <a:gradFill rotWithShape="1">
            <a:gsLst>
              <a:gs pos="0">
                <a:srgbClr val="E1E1FF"/>
              </a:gs>
              <a:gs pos="64999">
                <a:srgbClr val="B6B6FF"/>
              </a:gs>
              <a:gs pos="100000">
                <a:srgbClr val="9595FF"/>
              </a:gs>
            </a:gsLst>
            <a:lin ang="5400000" scaled="1"/>
          </a:gradFill>
          <a:ln w="9525">
            <a:solidFill>
              <a:srgbClr val="2E2ECB"/>
            </a:solidFill>
            <a:miter lim="800000"/>
            <a:headEnd/>
            <a:tailEnd/>
          </a:ln>
          <a:effectLst>
            <a:outerShdw blurRad="40000" dist="20000" dir="5400000" rotWithShape="0">
              <a:srgbClr val="000000">
                <a:alpha val="37999"/>
              </a:srgbClr>
            </a:outerShdw>
          </a:effectLst>
        </p:spPr>
        <p:txBody>
          <a:bodyPr/>
          <a:lstStyle/>
          <a:p>
            <a:pPr algn="ctr">
              <a:buFont typeface="Symbol" charset="0"/>
              <a:buNone/>
              <a:defRPr/>
            </a:pPr>
            <a:r>
              <a:rPr lang="es-ES_tradnl" sz="1600" dirty="0">
                <a:ea typeface="ＭＳ Ｐゴシック" charset="0"/>
              </a:rPr>
              <a:t>&lt;&lt;Site&gt;&gt;</a:t>
            </a:r>
            <a:br>
              <a:rPr lang="es-ES_tradnl" sz="1600" dirty="0">
                <a:ea typeface="ＭＳ Ｐゴシック" charset="0"/>
              </a:rPr>
            </a:br>
            <a:r>
              <a:rPr lang="es-ES_tradnl" sz="1600" dirty="0" err="1">
                <a:ea typeface="ＭＳ Ｐゴシック" charset="0"/>
              </a:rPr>
              <a:t>Theory</a:t>
            </a:r>
            <a:endParaRPr lang="es-ES_tradnl" sz="1600" dirty="0">
              <a:ea typeface="ＭＳ Ｐゴシック" charset="0"/>
            </a:endParaRPr>
          </a:p>
        </p:txBody>
      </p:sp>
      <p:sp>
        <p:nvSpPr>
          <p:cNvPr id="28" name="Rombo 27"/>
          <p:cNvSpPr>
            <a:spLocks noChangeArrowheads="1"/>
          </p:cNvSpPr>
          <p:nvPr/>
        </p:nvSpPr>
        <p:spPr bwMode="auto">
          <a:xfrm>
            <a:off x="5868083" y="5197907"/>
            <a:ext cx="215900" cy="215900"/>
          </a:xfrm>
          <a:prstGeom prst="diamond">
            <a:avLst/>
          </a:prstGeom>
          <a:gradFill rotWithShape="1">
            <a:gsLst>
              <a:gs pos="0">
                <a:srgbClr val="EDEDED"/>
              </a:gs>
              <a:gs pos="64999">
                <a:srgbClr val="D0D0D0"/>
              </a:gs>
              <a:gs pos="100000">
                <a:srgbClr val="BCBCBC"/>
              </a:gs>
            </a:gsLst>
            <a:lin ang="5400000" scaled="1"/>
          </a:gradFill>
          <a:ln w="9525">
            <a:solidFill>
              <a:srgbClr val="000000"/>
            </a:solidFill>
            <a:miter lim="800000"/>
            <a:headEnd/>
            <a:tailEnd/>
          </a:ln>
          <a:effectLst>
            <a:outerShdw blurRad="40000" dist="20000" dir="5400000" rotWithShape="0">
              <a:srgbClr val="000000">
                <a:alpha val="37999"/>
              </a:srgbClr>
            </a:outerShdw>
          </a:effectLst>
        </p:spPr>
        <p:txBody>
          <a:bodyPr/>
          <a:lstStyle>
            <a:lvl1pPr marL="342900" indent="-342900">
              <a:defRPr sz="2800">
                <a:solidFill>
                  <a:srgbClr val="9B172C"/>
                </a:solidFill>
                <a:latin typeface="Verdana" charset="0"/>
                <a:ea typeface="MS PGothic" charset="-128"/>
              </a:defRPr>
            </a:lvl1pPr>
            <a:lvl2pPr marL="742950" indent="-285750">
              <a:defRPr sz="2800">
                <a:solidFill>
                  <a:srgbClr val="9B172C"/>
                </a:solidFill>
                <a:latin typeface="Verdana" charset="0"/>
                <a:ea typeface="MS PGothic" charset="-128"/>
              </a:defRPr>
            </a:lvl2pPr>
            <a:lvl3pPr marL="1143000" indent="-228600">
              <a:defRPr sz="2800">
                <a:solidFill>
                  <a:srgbClr val="9B172C"/>
                </a:solidFill>
                <a:latin typeface="Verdana" charset="0"/>
                <a:ea typeface="MS PGothic" charset="-128"/>
              </a:defRPr>
            </a:lvl3pPr>
            <a:lvl4pPr marL="1600200" indent="-228600">
              <a:defRPr sz="2800">
                <a:solidFill>
                  <a:srgbClr val="9B172C"/>
                </a:solidFill>
                <a:latin typeface="Verdana" charset="0"/>
                <a:ea typeface="MS PGothic" charset="-128"/>
              </a:defRPr>
            </a:lvl4pPr>
            <a:lvl5pPr marL="2057400" indent="-228600">
              <a:defRPr sz="2800">
                <a:solidFill>
                  <a:srgbClr val="9B172C"/>
                </a:solidFill>
                <a:latin typeface="Verdana" charset="0"/>
                <a:ea typeface="MS PGothic" charset="-128"/>
              </a:defRPr>
            </a:lvl5pPr>
            <a:lvl6pPr marL="25146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6pPr>
            <a:lvl7pPr marL="29718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7pPr>
            <a:lvl8pPr marL="34290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8pPr>
            <a:lvl9pPr marL="38862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9pPr>
          </a:lstStyle>
          <a:p>
            <a:endParaRPr lang="es-ES_tradnl" altLang="es-ES_tradnl">
              <a:ea typeface="ＭＳ Ｐゴシック" charset="-128"/>
            </a:endParaRPr>
          </a:p>
        </p:txBody>
      </p:sp>
      <p:sp>
        <p:nvSpPr>
          <p:cNvPr id="29" name="Rombo 28"/>
          <p:cNvSpPr>
            <a:spLocks noChangeArrowheads="1"/>
          </p:cNvSpPr>
          <p:nvPr/>
        </p:nvSpPr>
        <p:spPr bwMode="auto">
          <a:xfrm>
            <a:off x="5868144" y="4004891"/>
            <a:ext cx="215900" cy="215900"/>
          </a:xfrm>
          <a:prstGeom prst="diamond">
            <a:avLst/>
          </a:prstGeom>
          <a:gradFill rotWithShape="1">
            <a:gsLst>
              <a:gs pos="0">
                <a:srgbClr val="EDEDED"/>
              </a:gs>
              <a:gs pos="64999">
                <a:srgbClr val="D0D0D0"/>
              </a:gs>
              <a:gs pos="100000">
                <a:srgbClr val="BCBCBC"/>
              </a:gs>
            </a:gsLst>
            <a:lin ang="5400000" scaled="1"/>
          </a:gradFill>
          <a:ln w="9525">
            <a:solidFill>
              <a:srgbClr val="000000"/>
            </a:solidFill>
            <a:miter lim="800000"/>
            <a:headEnd/>
            <a:tailEnd/>
          </a:ln>
          <a:effectLst>
            <a:outerShdw blurRad="40000" dist="20000" dir="5400000" rotWithShape="0">
              <a:srgbClr val="000000">
                <a:alpha val="37999"/>
              </a:srgbClr>
            </a:outerShdw>
          </a:effectLst>
        </p:spPr>
        <p:txBody>
          <a:bodyPr/>
          <a:lstStyle>
            <a:lvl1pPr marL="342900" indent="-342900">
              <a:defRPr sz="2800">
                <a:solidFill>
                  <a:srgbClr val="9B172C"/>
                </a:solidFill>
                <a:latin typeface="Verdana" charset="0"/>
                <a:ea typeface="MS PGothic" charset="-128"/>
              </a:defRPr>
            </a:lvl1pPr>
            <a:lvl2pPr marL="742950" indent="-285750">
              <a:defRPr sz="2800">
                <a:solidFill>
                  <a:srgbClr val="9B172C"/>
                </a:solidFill>
                <a:latin typeface="Verdana" charset="0"/>
                <a:ea typeface="MS PGothic" charset="-128"/>
              </a:defRPr>
            </a:lvl2pPr>
            <a:lvl3pPr marL="1143000" indent="-228600">
              <a:defRPr sz="2800">
                <a:solidFill>
                  <a:srgbClr val="9B172C"/>
                </a:solidFill>
                <a:latin typeface="Verdana" charset="0"/>
                <a:ea typeface="MS PGothic" charset="-128"/>
              </a:defRPr>
            </a:lvl3pPr>
            <a:lvl4pPr marL="1600200" indent="-228600">
              <a:defRPr sz="2800">
                <a:solidFill>
                  <a:srgbClr val="9B172C"/>
                </a:solidFill>
                <a:latin typeface="Verdana" charset="0"/>
                <a:ea typeface="MS PGothic" charset="-128"/>
              </a:defRPr>
            </a:lvl4pPr>
            <a:lvl5pPr marL="2057400" indent="-228600">
              <a:defRPr sz="2800">
                <a:solidFill>
                  <a:srgbClr val="9B172C"/>
                </a:solidFill>
                <a:latin typeface="Verdana" charset="0"/>
                <a:ea typeface="MS PGothic" charset="-128"/>
              </a:defRPr>
            </a:lvl5pPr>
            <a:lvl6pPr marL="25146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6pPr>
            <a:lvl7pPr marL="29718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7pPr>
            <a:lvl8pPr marL="34290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8pPr>
            <a:lvl9pPr marL="38862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9pPr>
          </a:lstStyle>
          <a:p>
            <a:endParaRPr lang="es-ES_tradnl" altLang="es-ES_tradnl">
              <a:ea typeface="ＭＳ Ｐゴシック" charset="-128"/>
            </a:endParaRPr>
          </a:p>
        </p:txBody>
      </p:sp>
      <p:cxnSp>
        <p:nvCxnSpPr>
          <p:cNvPr id="30" name="Conector recto 29"/>
          <p:cNvCxnSpPr>
            <a:cxnSpLocks noChangeShapeType="1"/>
            <a:stCxn id="26" idx="2"/>
            <a:endCxn id="28" idx="0"/>
          </p:cNvCxnSpPr>
          <p:nvPr/>
        </p:nvCxnSpPr>
        <p:spPr bwMode="auto">
          <a:xfrm>
            <a:off x="5976033" y="4868491"/>
            <a:ext cx="0" cy="329416"/>
          </a:xfrm>
          <a:prstGeom prst="line">
            <a:avLst/>
          </a:prstGeom>
          <a:noFill/>
          <a:ln w="25400">
            <a:solidFill>
              <a:schemeClr val="tx1"/>
            </a:solidFill>
            <a:round/>
            <a:headEnd/>
            <a:tailEnd/>
          </a:ln>
          <a:effectLst>
            <a:outerShdw blurRad="40000" dist="20000" dir="5400000" rotWithShape="0">
              <a:srgbClr val="000000">
                <a:alpha val="37999"/>
              </a:srgbClr>
            </a:outerShdw>
          </a:effectLst>
          <a:extLst>
            <a:ext uri="{909E8E84-426E-40DD-AFC4-6F175D3DCCD1}">
              <a14:hiddenFill xmlns:a14="http://schemas.microsoft.com/office/drawing/2010/main">
                <a:noFill/>
              </a14:hiddenFill>
            </a:ext>
          </a:extLst>
        </p:spPr>
      </p:cxnSp>
      <p:cxnSp>
        <p:nvCxnSpPr>
          <p:cNvPr id="31" name="Conector recto 30"/>
          <p:cNvCxnSpPr>
            <a:cxnSpLocks noChangeShapeType="1"/>
            <a:stCxn id="9" idx="2"/>
            <a:endCxn id="29" idx="0"/>
          </p:cNvCxnSpPr>
          <p:nvPr/>
        </p:nvCxnSpPr>
        <p:spPr bwMode="auto">
          <a:xfrm>
            <a:off x="5976033" y="3703571"/>
            <a:ext cx="61" cy="301320"/>
          </a:xfrm>
          <a:prstGeom prst="line">
            <a:avLst/>
          </a:prstGeom>
          <a:noFill/>
          <a:ln w="25400">
            <a:solidFill>
              <a:schemeClr val="tx1"/>
            </a:solidFill>
            <a:round/>
            <a:headEnd/>
            <a:tailEnd/>
          </a:ln>
          <a:effectLst>
            <a:outerShdw blurRad="40000" dist="20000" dir="5400000" rotWithShape="0">
              <a:srgbClr val="000000">
                <a:alpha val="37999"/>
              </a:srgbClr>
            </a:outerShdw>
          </a:effectLst>
          <a:extLst>
            <a:ext uri="{909E8E84-426E-40DD-AFC4-6F175D3DCCD1}">
              <a14:hiddenFill xmlns:a14="http://schemas.microsoft.com/office/drawing/2010/main">
                <a:noFill/>
              </a14:hiddenFill>
            </a:ext>
          </a:extLst>
        </p:spPr>
      </p:cxnSp>
      <p:sp>
        <p:nvSpPr>
          <p:cNvPr id="33" name="Rectángulo 32"/>
          <p:cNvSpPr>
            <a:spLocks noChangeArrowheads="1"/>
          </p:cNvSpPr>
          <p:nvPr/>
        </p:nvSpPr>
        <p:spPr bwMode="auto">
          <a:xfrm>
            <a:off x="107950" y="2276872"/>
            <a:ext cx="1295400" cy="647700"/>
          </a:xfrm>
          <a:prstGeom prst="rect">
            <a:avLst/>
          </a:prstGeom>
          <a:gradFill rotWithShape="1">
            <a:gsLst>
              <a:gs pos="0">
                <a:srgbClr val="EDEDED"/>
              </a:gs>
              <a:gs pos="64999">
                <a:srgbClr val="D0D0D0"/>
              </a:gs>
              <a:gs pos="100000">
                <a:srgbClr val="BCBCBC"/>
              </a:gs>
            </a:gsLst>
            <a:lin ang="5400000" scaled="1"/>
          </a:gradFill>
          <a:ln w="9525">
            <a:solidFill>
              <a:srgbClr val="000000"/>
            </a:solidFill>
            <a:miter lim="800000"/>
            <a:headEnd/>
            <a:tailEnd/>
          </a:ln>
          <a:effectLst>
            <a:outerShdw blurRad="40000" dist="20000" dir="5400000" rotWithShape="0">
              <a:srgbClr val="000000">
                <a:alpha val="37999"/>
              </a:srgbClr>
            </a:outerShdw>
          </a:effectLst>
        </p:spPr>
        <p:txBody>
          <a:bodyPr/>
          <a:lstStyle/>
          <a:p>
            <a:pPr algn="ctr">
              <a:buFont typeface="Symbol" charset="0"/>
              <a:buNone/>
              <a:defRPr/>
            </a:pPr>
            <a:r>
              <a:rPr lang="es-ES_tradnl" sz="1600" dirty="0">
                <a:ea typeface="ＭＳ Ｐゴシック" charset="0"/>
              </a:rPr>
              <a:t>&lt;&lt;Role&gt;&gt;</a:t>
            </a:r>
            <a:br>
              <a:rPr lang="es-ES_tradnl" sz="1600" dirty="0">
                <a:ea typeface="ＭＳ Ｐゴシック" charset="0"/>
              </a:rPr>
            </a:br>
            <a:r>
              <a:rPr lang="es-ES_tradnl" sz="1600" dirty="0" err="1">
                <a:ea typeface="ＭＳ Ｐゴシック" charset="0"/>
              </a:rPr>
              <a:t>Teacher</a:t>
            </a:r>
            <a:endParaRPr lang="es-ES_tradnl" sz="1600" dirty="0">
              <a:ea typeface="ＭＳ Ｐゴシック" charset="0"/>
            </a:endParaRPr>
          </a:p>
        </p:txBody>
      </p:sp>
      <p:cxnSp>
        <p:nvCxnSpPr>
          <p:cNvPr id="36" name="Conector angular 35"/>
          <p:cNvCxnSpPr>
            <a:cxnSpLocks noChangeShapeType="1"/>
            <a:stCxn id="33" idx="0"/>
            <a:endCxn id="4" idx="1"/>
          </p:cNvCxnSpPr>
          <p:nvPr/>
        </p:nvCxnSpPr>
        <p:spPr bwMode="auto">
          <a:xfrm rot="5400000" flipH="1" flipV="1">
            <a:off x="1205508" y="1718668"/>
            <a:ext cx="108347" cy="1008063"/>
          </a:xfrm>
          <a:prstGeom prst="bentConnector2">
            <a:avLst/>
          </a:prstGeom>
          <a:noFill/>
          <a:ln w="25400">
            <a:solidFill>
              <a:schemeClr val="tx1"/>
            </a:solidFill>
            <a:prstDash val="dash"/>
            <a:miter lim="800000"/>
            <a:headEnd/>
            <a:tailEnd type="arrow" w="med" len="med"/>
          </a:ln>
          <a:effectLst>
            <a:outerShdw blurRad="40000" dist="20000" dir="5400000" rotWithShape="0">
              <a:srgbClr val="000000">
                <a:alpha val="37999"/>
              </a:srgbClr>
            </a:outerShdw>
          </a:effectLst>
          <a:extLst>
            <a:ext uri="{909E8E84-426E-40DD-AFC4-6F175D3DCCD1}">
              <a14:hiddenFill xmlns:a14="http://schemas.microsoft.com/office/drawing/2010/main">
                <a:noFill/>
              </a14:hiddenFill>
            </a:ext>
          </a:extLst>
        </p:spPr>
      </p:cxnSp>
      <p:cxnSp>
        <p:nvCxnSpPr>
          <p:cNvPr id="37" name="Conector angular 36"/>
          <p:cNvCxnSpPr>
            <a:cxnSpLocks noChangeShapeType="1"/>
            <a:stCxn id="43" idx="3"/>
            <a:endCxn id="4" idx="1"/>
          </p:cNvCxnSpPr>
          <p:nvPr/>
        </p:nvCxnSpPr>
        <p:spPr bwMode="auto">
          <a:xfrm flipV="1">
            <a:off x="1476375" y="2168525"/>
            <a:ext cx="287338" cy="1800349"/>
          </a:xfrm>
          <a:prstGeom prst="bentConnector3">
            <a:avLst>
              <a:gd name="adj1" fmla="val 50000"/>
            </a:avLst>
          </a:prstGeom>
          <a:noFill/>
          <a:ln w="25400">
            <a:solidFill>
              <a:schemeClr val="tx1"/>
            </a:solidFill>
            <a:prstDash val="dash"/>
            <a:miter lim="800000"/>
            <a:headEnd/>
            <a:tailEnd type="arrow" w="med" len="med"/>
          </a:ln>
          <a:effectLst>
            <a:outerShdw blurRad="40000" dist="20000" dir="5400000" rotWithShape="0">
              <a:srgbClr val="000000">
                <a:alpha val="37999"/>
              </a:srgbClr>
            </a:outerShdw>
          </a:effectLst>
          <a:extLst>
            <a:ext uri="{909E8E84-426E-40DD-AFC4-6F175D3DCCD1}">
              <a14:hiddenFill xmlns:a14="http://schemas.microsoft.com/office/drawing/2010/main">
                <a:noFill/>
              </a14:hiddenFill>
            </a:ext>
          </a:extLst>
        </p:spPr>
      </p:cxnSp>
      <p:sp>
        <p:nvSpPr>
          <p:cNvPr id="11294" name="CuadroTexto 39"/>
          <p:cNvSpPr txBox="1">
            <a:spLocks noChangeArrowheads="1"/>
          </p:cNvSpPr>
          <p:nvPr/>
        </p:nvSpPr>
        <p:spPr bwMode="auto">
          <a:xfrm>
            <a:off x="136076" y="1628800"/>
            <a:ext cx="15209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9B172C"/>
                </a:solidFill>
                <a:latin typeface="Verdana" charset="0"/>
                <a:ea typeface="MS PGothic" charset="-128"/>
              </a:defRPr>
            </a:lvl1pPr>
            <a:lvl2pPr marL="742950" indent="-285750">
              <a:defRPr sz="2800">
                <a:solidFill>
                  <a:srgbClr val="9B172C"/>
                </a:solidFill>
                <a:latin typeface="Verdana" charset="0"/>
                <a:ea typeface="MS PGothic" charset="-128"/>
              </a:defRPr>
            </a:lvl2pPr>
            <a:lvl3pPr marL="1143000" indent="-228600">
              <a:defRPr sz="2800">
                <a:solidFill>
                  <a:srgbClr val="9B172C"/>
                </a:solidFill>
                <a:latin typeface="Verdana" charset="0"/>
                <a:ea typeface="MS PGothic" charset="-128"/>
              </a:defRPr>
            </a:lvl3pPr>
            <a:lvl4pPr marL="1600200" indent="-228600">
              <a:defRPr sz="2800">
                <a:solidFill>
                  <a:srgbClr val="9B172C"/>
                </a:solidFill>
                <a:latin typeface="Verdana" charset="0"/>
                <a:ea typeface="MS PGothic" charset="-128"/>
              </a:defRPr>
            </a:lvl4pPr>
            <a:lvl5pPr marL="2057400" indent="-228600">
              <a:defRPr sz="2800">
                <a:solidFill>
                  <a:srgbClr val="9B172C"/>
                </a:solidFill>
                <a:latin typeface="Verdana" charset="0"/>
                <a:ea typeface="MS PGothic" charset="-128"/>
              </a:defRPr>
            </a:lvl5pPr>
            <a:lvl6pPr marL="25146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6pPr>
            <a:lvl7pPr marL="29718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7pPr>
            <a:lvl8pPr marL="34290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8pPr>
            <a:lvl9pPr marL="38862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9pPr>
          </a:lstStyle>
          <a:p>
            <a:pPr algn="ctr">
              <a:spcBef>
                <a:spcPts val="0"/>
              </a:spcBef>
              <a:spcAft>
                <a:spcPts val="0"/>
              </a:spcAft>
              <a:buFont typeface="Symbol" charset="2"/>
              <a:buNone/>
            </a:pPr>
            <a:r>
              <a:rPr lang="es-ES_tradnl" altLang="es-ES_tradnl" sz="1200" dirty="0"/>
              <a:t>&lt;&lt;</a:t>
            </a:r>
            <a:r>
              <a:rPr lang="es-ES_tradnl" altLang="es-ES_tradnl" sz="1200" dirty="0" err="1"/>
              <a:t>Permission</a:t>
            </a:r>
            <a:r>
              <a:rPr lang="es-ES_tradnl" altLang="es-ES_tradnl" sz="1200" dirty="0"/>
              <a:t>&gt;&gt;</a:t>
            </a:r>
          </a:p>
          <a:p>
            <a:pPr algn="ctr">
              <a:spcBef>
                <a:spcPts val="0"/>
              </a:spcBef>
              <a:spcAft>
                <a:spcPts val="0"/>
              </a:spcAft>
              <a:buFont typeface="Symbol" charset="2"/>
              <a:buNone/>
            </a:pPr>
            <a:r>
              <a:rPr lang="es-ES_tradnl" altLang="es-ES_tradnl" sz="1200" dirty="0" err="1"/>
              <a:t>Read</a:t>
            </a:r>
            <a:r>
              <a:rPr lang="es-ES_tradnl" altLang="es-ES_tradnl" sz="1200" dirty="0"/>
              <a:t>/</a:t>
            </a:r>
            <a:r>
              <a:rPr lang="es-ES_tradnl" altLang="es-ES_tradnl" sz="1200" dirty="0" err="1"/>
              <a:t>write</a:t>
            </a:r>
            <a:endParaRPr lang="es-ES_tradnl" altLang="es-ES_tradnl" sz="1200" dirty="0"/>
          </a:p>
        </p:txBody>
      </p:sp>
      <p:sp>
        <p:nvSpPr>
          <p:cNvPr id="11295" name="CuadroTexto 40"/>
          <p:cNvSpPr txBox="1">
            <a:spLocks noChangeArrowheads="1"/>
          </p:cNvSpPr>
          <p:nvPr/>
        </p:nvSpPr>
        <p:spPr bwMode="auto">
          <a:xfrm>
            <a:off x="156086" y="3117336"/>
            <a:ext cx="15209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9B172C"/>
                </a:solidFill>
                <a:latin typeface="Verdana" charset="0"/>
                <a:ea typeface="MS PGothic" charset="-128"/>
              </a:defRPr>
            </a:lvl1pPr>
            <a:lvl2pPr marL="742950" indent="-285750">
              <a:defRPr sz="2800">
                <a:solidFill>
                  <a:srgbClr val="9B172C"/>
                </a:solidFill>
                <a:latin typeface="Verdana" charset="0"/>
                <a:ea typeface="MS PGothic" charset="-128"/>
              </a:defRPr>
            </a:lvl2pPr>
            <a:lvl3pPr marL="1143000" indent="-228600">
              <a:defRPr sz="2800">
                <a:solidFill>
                  <a:srgbClr val="9B172C"/>
                </a:solidFill>
                <a:latin typeface="Verdana" charset="0"/>
                <a:ea typeface="MS PGothic" charset="-128"/>
              </a:defRPr>
            </a:lvl3pPr>
            <a:lvl4pPr marL="1600200" indent="-228600">
              <a:defRPr sz="2800">
                <a:solidFill>
                  <a:srgbClr val="9B172C"/>
                </a:solidFill>
                <a:latin typeface="Verdana" charset="0"/>
                <a:ea typeface="MS PGothic" charset="-128"/>
              </a:defRPr>
            </a:lvl4pPr>
            <a:lvl5pPr marL="2057400" indent="-228600">
              <a:defRPr sz="2800">
                <a:solidFill>
                  <a:srgbClr val="9B172C"/>
                </a:solidFill>
                <a:latin typeface="Verdana" charset="0"/>
                <a:ea typeface="MS PGothic" charset="-128"/>
              </a:defRPr>
            </a:lvl5pPr>
            <a:lvl6pPr marL="25146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6pPr>
            <a:lvl7pPr marL="29718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7pPr>
            <a:lvl8pPr marL="34290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8pPr>
            <a:lvl9pPr marL="38862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9pPr>
          </a:lstStyle>
          <a:p>
            <a:pPr>
              <a:spcBef>
                <a:spcPts val="0"/>
              </a:spcBef>
              <a:spcAft>
                <a:spcPts val="0"/>
              </a:spcAft>
              <a:buFont typeface="Symbol" charset="2"/>
              <a:buNone/>
            </a:pPr>
            <a:r>
              <a:rPr lang="es-ES_tradnl" altLang="es-ES_tradnl" sz="1200" dirty="0"/>
              <a:t>&lt;&lt;</a:t>
            </a:r>
            <a:r>
              <a:rPr lang="es-ES_tradnl" altLang="es-ES_tradnl" sz="1200" dirty="0" err="1"/>
              <a:t>Permission</a:t>
            </a:r>
            <a:r>
              <a:rPr lang="es-ES_tradnl" altLang="es-ES_tradnl" sz="1200" dirty="0"/>
              <a:t>&gt;&gt;</a:t>
            </a:r>
          </a:p>
          <a:p>
            <a:pPr algn="ctr">
              <a:spcBef>
                <a:spcPts val="0"/>
              </a:spcBef>
              <a:spcAft>
                <a:spcPts val="0"/>
              </a:spcAft>
              <a:buFont typeface="Symbol" charset="2"/>
              <a:buNone/>
            </a:pPr>
            <a:r>
              <a:rPr lang="es-ES_tradnl" altLang="es-ES_tradnl" sz="1200" dirty="0" err="1"/>
              <a:t>Read</a:t>
            </a:r>
            <a:endParaRPr lang="es-ES_tradnl" altLang="es-ES_tradnl" sz="1200" dirty="0"/>
          </a:p>
        </p:txBody>
      </p:sp>
      <p:sp>
        <p:nvSpPr>
          <p:cNvPr id="42" name="Rectángulo 41"/>
          <p:cNvSpPr>
            <a:spLocks noChangeArrowheads="1"/>
          </p:cNvSpPr>
          <p:nvPr/>
        </p:nvSpPr>
        <p:spPr bwMode="auto">
          <a:xfrm>
            <a:off x="7652083" y="3933428"/>
            <a:ext cx="1368425" cy="647700"/>
          </a:xfrm>
          <a:prstGeom prst="rect">
            <a:avLst/>
          </a:prstGeom>
          <a:gradFill rotWithShape="1">
            <a:gsLst>
              <a:gs pos="0">
                <a:srgbClr val="E1E1FF"/>
              </a:gs>
              <a:gs pos="64999">
                <a:srgbClr val="B6B6FF"/>
              </a:gs>
              <a:gs pos="100000">
                <a:srgbClr val="9595FF"/>
              </a:gs>
            </a:gsLst>
            <a:lin ang="5400000" scaled="1"/>
          </a:gradFill>
          <a:ln w="9525">
            <a:solidFill>
              <a:srgbClr val="2E2ECB"/>
            </a:solidFill>
            <a:miter lim="800000"/>
            <a:headEnd/>
            <a:tailEnd/>
          </a:ln>
          <a:effectLst>
            <a:outerShdw blurRad="40000" dist="20000" dir="5400000" rotWithShape="0">
              <a:srgbClr val="000000">
                <a:alpha val="37999"/>
              </a:srgbClr>
            </a:outerShdw>
          </a:effectLst>
        </p:spPr>
        <p:txBody>
          <a:bodyPr/>
          <a:lstStyle/>
          <a:p>
            <a:pPr algn="ctr">
              <a:buFont typeface="Symbol" charset="0"/>
              <a:buNone/>
              <a:defRPr/>
            </a:pPr>
            <a:r>
              <a:rPr lang="es-ES_tradnl" sz="1400" dirty="0">
                <a:ea typeface="ＭＳ Ｐゴシック" charset="0"/>
              </a:rPr>
              <a:t>&lt;&lt;Role&gt;&gt;</a:t>
            </a:r>
            <a:br>
              <a:rPr lang="es-ES_tradnl" sz="1400" dirty="0">
                <a:ea typeface="ＭＳ Ｐゴシック" charset="0"/>
              </a:rPr>
            </a:br>
            <a:r>
              <a:rPr lang="es-ES_tradnl" sz="1400" dirty="0">
                <a:ea typeface="ＭＳ Ｐゴシック" charset="0"/>
              </a:rPr>
              <a:t>Integrante</a:t>
            </a:r>
          </a:p>
        </p:txBody>
      </p:sp>
      <p:sp>
        <p:nvSpPr>
          <p:cNvPr id="43" name="Rectángulo 42"/>
          <p:cNvSpPr>
            <a:spLocks noChangeArrowheads="1"/>
          </p:cNvSpPr>
          <p:nvPr/>
        </p:nvSpPr>
        <p:spPr bwMode="auto">
          <a:xfrm>
            <a:off x="179388" y="3645024"/>
            <a:ext cx="1296987" cy="647700"/>
          </a:xfrm>
          <a:prstGeom prst="rect">
            <a:avLst/>
          </a:prstGeom>
          <a:gradFill rotWithShape="1">
            <a:gsLst>
              <a:gs pos="0">
                <a:srgbClr val="EDEDED"/>
              </a:gs>
              <a:gs pos="64999">
                <a:srgbClr val="D0D0D0"/>
              </a:gs>
              <a:gs pos="100000">
                <a:srgbClr val="BCBCBC"/>
              </a:gs>
            </a:gsLst>
            <a:lin ang="5400000" scaled="1"/>
          </a:gradFill>
          <a:ln w="9525">
            <a:solidFill>
              <a:srgbClr val="000000"/>
            </a:solidFill>
            <a:miter lim="800000"/>
            <a:headEnd/>
            <a:tailEnd/>
          </a:ln>
          <a:effectLst>
            <a:outerShdw blurRad="40000" dist="20000" dir="5400000" rotWithShape="0">
              <a:srgbClr val="000000">
                <a:alpha val="37999"/>
              </a:srgbClr>
            </a:outerShdw>
          </a:effectLst>
        </p:spPr>
        <p:txBody>
          <a:bodyPr/>
          <a:lstStyle/>
          <a:p>
            <a:pPr algn="ctr">
              <a:buFont typeface="Symbol" charset="0"/>
              <a:buNone/>
              <a:defRPr/>
            </a:pPr>
            <a:r>
              <a:rPr lang="es-ES_tradnl" sz="1600" dirty="0">
                <a:ea typeface="ＭＳ Ｐゴシック" charset="0"/>
              </a:rPr>
              <a:t>&lt;&lt;Role&gt;&gt;</a:t>
            </a:r>
            <a:br>
              <a:rPr lang="es-ES_tradnl" sz="1600" dirty="0">
                <a:ea typeface="ＭＳ Ｐゴシック" charset="0"/>
              </a:rPr>
            </a:br>
            <a:r>
              <a:rPr lang="es-ES_tradnl" sz="1600" dirty="0" err="1">
                <a:ea typeface="ＭＳ Ｐゴシック" charset="0"/>
              </a:rPr>
              <a:t>Student</a:t>
            </a:r>
            <a:endParaRPr lang="es-ES_tradnl" sz="1600" dirty="0">
              <a:ea typeface="ＭＳ Ｐゴシック" charset="0"/>
            </a:endParaRPr>
          </a:p>
        </p:txBody>
      </p:sp>
      <p:sp>
        <p:nvSpPr>
          <p:cNvPr id="44" name="Rectángulo 43"/>
          <p:cNvSpPr>
            <a:spLocks noChangeArrowheads="1"/>
          </p:cNvSpPr>
          <p:nvPr/>
        </p:nvSpPr>
        <p:spPr bwMode="auto">
          <a:xfrm>
            <a:off x="7652083" y="5372001"/>
            <a:ext cx="1368425" cy="649287"/>
          </a:xfrm>
          <a:prstGeom prst="rect">
            <a:avLst/>
          </a:prstGeom>
          <a:gradFill rotWithShape="1">
            <a:gsLst>
              <a:gs pos="0">
                <a:srgbClr val="E1E1FF"/>
              </a:gs>
              <a:gs pos="64999">
                <a:srgbClr val="B6B6FF"/>
              </a:gs>
              <a:gs pos="100000">
                <a:srgbClr val="9595FF"/>
              </a:gs>
            </a:gsLst>
            <a:lin ang="5400000" scaled="1"/>
          </a:gradFill>
          <a:ln w="9525">
            <a:solidFill>
              <a:srgbClr val="2E2ECB"/>
            </a:solidFill>
            <a:miter lim="800000"/>
            <a:headEnd/>
            <a:tailEnd/>
          </a:ln>
          <a:effectLst>
            <a:outerShdw blurRad="40000" dist="20000" dir="5400000" rotWithShape="0">
              <a:srgbClr val="000000">
                <a:alpha val="37999"/>
              </a:srgbClr>
            </a:outerShdw>
          </a:effectLst>
        </p:spPr>
        <p:txBody>
          <a:bodyPr/>
          <a:lstStyle/>
          <a:p>
            <a:pPr algn="ctr">
              <a:buFont typeface="Symbol" charset="0"/>
              <a:buNone/>
              <a:defRPr/>
            </a:pPr>
            <a:r>
              <a:rPr lang="es-ES_tradnl" sz="1400" dirty="0">
                <a:ea typeface="ＭＳ Ｐゴシック" charset="0"/>
              </a:rPr>
              <a:t>&lt;&lt;Role&gt;&gt;</a:t>
            </a:r>
            <a:br>
              <a:rPr lang="es-ES_tradnl" sz="1400" dirty="0">
                <a:ea typeface="ＭＳ Ｐゴシック" charset="0"/>
              </a:rPr>
            </a:br>
            <a:r>
              <a:rPr lang="es-ES_tradnl" sz="1400" dirty="0">
                <a:ea typeface="ＭＳ Ｐゴシック" charset="0"/>
              </a:rPr>
              <a:t>Visitante</a:t>
            </a:r>
          </a:p>
        </p:txBody>
      </p:sp>
      <p:cxnSp>
        <p:nvCxnSpPr>
          <p:cNvPr id="45" name="Conector angular 44"/>
          <p:cNvCxnSpPr>
            <a:cxnSpLocks noChangeShapeType="1"/>
            <a:stCxn id="42" idx="1"/>
            <a:endCxn id="11" idx="3"/>
          </p:cNvCxnSpPr>
          <p:nvPr/>
        </p:nvCxnSpPr>
        <p:spPr bwMode="auto">
          <a:xfrm rot="10800000" flipV="1">
            <a:off x="6948265" y="4257278"/>
            <a:ext cx="703818" cy="2142682"/>
          </a:xfrm>
          <a:prstGeom prst="bentConnector3">
            <a:avLst>
              <a:gd name="adj1" fmla="val 50000"/>
            </a:avLst>
          </a:prstGeom>
          <a:noFill/>
          <a:ln w="25400">
            <a:solidFill>
              <a:schemeClr val="tx1"/>
            </a:solidFill>
            <a:prstDash val="dash"/>
            <a:miter lim="800000"/>
            <a:headEnd/>
            <a:tailEnd type="arrow" w="med" len="med"/>
          </a:ln>
          <a:effectLst>
            <a:outerShdw blurRad="40000" dist="20000" dir="5400000" rotWithShape="0">
              <a:srgbClr val="000000">
                <a:alpha val="37999"/>
              </a:srgbClr>
            </a:outerShdw>
          </a:effectLst>
          <a:extLst>
            <a:ext uri="{909E8E84-426E-40DD-AFC4-6F175D3DCCD1}">
              <a14:hiddenFill xmlns:a14="http://schemas.microsoft.com/office/drawing/2010/main">
                <a:noFill/>
              </a14:hiddenFill>
            </a:ext>
          </a:extLst>
        </p:spPr>
      </p:cxnSp>
      <p:cxnSp>
        <p:nvCxnSpPr>
          <p:cNvPr id="48" name="Conector angular 47"/>
          <p:cNvCxnSpPr>
            <a:cxnSpLocks noChangeShapeType="1"/>
            <a:stCxn id="44" idx="1"/>
            <a:endCxn id="11" idx="3"/>
          </p:cNvCxnSpPr>
          <p:nvPr/>
        </p:nvCxnSpPr>
        <p:spPr bwMode="auto">
          <a:xfrm rot="10800000" flipV="1">
            <a:off x="6948265" y="5696644"/>
            <a:ext cx="703818" cy="703315"/>
          </a:xfrm>
          <a:prstGeom prst="bentConnector3">
            <a:avLst>
              <a:gd name="adj1" fmla="val 50000"/>
            </a:avLst>
          </a:prstGeom>
          <a:noFill/>
          <a:ln w="25400">
            <a:solidFill>
              <a:schemeClr val="tx1"/>
            </a:solidFill>
            <a:prstDash val="dash"/>
            <a:miter lim="800000"/>
            <a:headEnd/>
            <a:tailEnd type="arrow" w="med" len="med"/>
          </a:ln>
          <a:effectLst>
            <a:outerShdw blurRad="40000" dist="20000" dir="5400000" rotWithShape="0">
              <a:srgbClr val="000000">
                <a:alpha val="37999"/>
              </a:srgbClr>
            </a:outerShdw>
          </a:effectLst>
          <a:extLst>
            <a:ext uri="{909E8E84-426E-40DD-AFC4-6F175D3DCCD1}">
              <a14:hiddenFill xmlns:a14="http://schemas.microsoft.com/office/drawing/2010/main">
                <a:noFill/>
              </a14:hiddenFill>
            </a:ext>
          </a:extLst>
        </p:spPr>
      </p:cxnSp>
      <p:sp>
        <p:nvSpPr>
          <p:cNvPr id="3" name="CuadroTexto 2">
            <a:extLst>
              <a:ext uri="{FF2B5EF4-FFF2-40B4-BE49-F238E27FC236}">
                <a16:creationId xmlns:a16="http://schemas.microsoft.com/office/drawing/2014/main" id="{DEE8DD90-3CF3-990C-2E35-0795CA207EA3}"/>
              </a:ext>
            </a:extLst>
          </p:cNvPr>
          <p:cNvSpPr txBox="1"/>
          <p:nvPr/>
        </p:nvSpPr>
        <p:spPr>
          <a:xfrm>
            <a:off x="1942862" y="1222702"/>
            <a:ext cx="1757212" cy="523220"/>
          </a:xfrm>
          <a:prstGeom prst="rect">
            <a:avLst/>
          </a:prstGeom>
          <a:noFill/>
        </p:spPr>
        <p:txBody>
          <a:bodyPr wrap="none" rtlCol="0">
            <a:spAutoFit/>
          </a:bodyPr>
          <a:lstStyle/>
          <a:p>
            <a:pPr>
              <a:buNone/>
            </a:pPr>
            <a:r>
              <a:rPr lang="es-ES" b="1" dirty="0">
                <a:solidFill>
                  <a:schemeClr val="tx2"/>
                </a:solidFill>
              </a:rPr>
              <a:t>Análisis</a:t>
            </a:r>
          </a:p>
        </p:txBody>
      </p:sp>
      <p:sp>
        <p:nvSpPr>
          <p:cNvPr id="21" name="CuadroTexto 20">
            <a:extLst>
              <a:ext uri="{FF2B5EF4-FFF2-40B4-BE49-F238E27FC236}">
                <a16:creationId xmlns:a16="http://schemas.microsoft.com/office/drawing/2014/main" id="{0A38A6E9-EDF8-3150-0A98-DD0DAC28BB20}"/>
              </a:ext>
            </a:extLst>
          </p:cNvPr>
          <p:cNvSpPr txBox="1"/>
          <p:nvPr/>
        </p:nvSpPr>
        <p:spPr>
          <a:xfrm>
            <a:off x="5386618" y="1222702"/>
            <a:ext cx="1561646" cy="523220"/>
          </a:xfrm>
          <a:prstGeom prst="rect">
            <a:avLst/>
          </a:prstGeom>
          <a:noFill/>
        </p:spPr>
        <p:txBody>
          <a:bodyPr wrap="none" rtlCol="0">
            <a:spAutoFit/>
          </a:bodyPr>
          <a:lstStyle/>
          <a:p>
            <a:pPr>
              <a:buNone/>
            </a:pPr>
            <a:r>
              <a:rPr lang="es-ES" b="1" dirty="0">
                <a:solidFill>
                  <a:schemeClr val="tx2"/>
                </a:solidFill>
              </a:rPr>
              <a:t>Diseño</a:t>
            </a:r>
          </a:p>
        </p:txBody>
      </p:sp>
      <p:sp>
        <p:nvSpPr>
          <p:cNvPr id="22" name="Triángulo isósceles 6">
            <a:extLst>
              <a:ext uri="{FF2B5EF4-FFF2-40B4-BE49-F238E27FC236}">
                <a16:creationId xmlns:a16="http://schemas.microsoft.com/office/drawing/2014/main" id="{CC34F049-BAA2-0B43-EBFA-A65285717488}"/>
              </a:ext>
            </a:extLst>
          </p:cNvPr>
          <p:cNvSpPr>
            <a:spLocks noChangeArrowheads="1"/>
          </p:cNvSpPr>
          <p:nvPr/>
        </p:nvSpPr>
        <p:spPr bwMode="auto">
          <a:xfrm>
            <a:off x="5868144" y="2534602"/>
            <a:ext cx="215900" cy="215900"/>
          </a:xfrm>
          <a:prstGeom prst="triangle">
            <a:avLst>
              <a:gd name="adj" fmla="val 50000"/>
            </a:avLst>
          </a:prstGeom>
          <a:gradFill rotWithShape="1">
            <a:gsLst>
              <a:gs pos="0">
                <a:srgbClr val="EDEDED"/>
              </a:gs>
              <a:gs pos="64999">
                <a:srgbClr val="D0D0D0"/>
              </a:gs>
              <a:gs pos="100000">
                <a:srgbClr val="BCBCBC"/>
              </a:gs>
            </a:gsLst>
            <a:lin ang="5400000" scaled="1"/>
          </a:gradFill>
          <a:ln w="9525">
            <a:solidFill>
              <a:srgbClr val="000000"/>
            </a:solidFill>
            <a:miter lim="800000"/>
            <a:headEnd/>
            <a:tailEnd/>
          </a:ln>
          <a:effectLst>
            <a:outerShdw blurRad="40000" dist="20000" dir="5400000" rotWithShape="0">
              <a:srgbClr val="000000">
                <a:alpha val="37999"/>
              </a:srgbClr>
            </a:outerShdw>
          </a:effectLst>
        </p:spPr>
        <p:txBody>
          <a:bodyPr/>
          <a:lstStyle>
            <a:lvl1pPr marL="342900" indent="-342900">
              <a:defRPr sz="2800">
                <a:solidFill>
                  <a:srgbClr val="9B172C"/>
                </a:solidFill>
                <a:latin typeface="Verdana" charset="0"/>
                <a:ea typeface="MS PGothic" charset="-128"/>
              </a:defRPr>
            </a:lvl1pPr>
            <a:lvl2pPr marL="742950" indent="-285750">
              <a:defRPr sz="2800">
                <a:solidFill>
                  <a:srgbClr val="9B172C"/>
                </a:solidFill>
                <a:latin typeface="Verdana" charset="0"/>
                <a:ea typeface="MS PGothic" charset="-128"/>
              </a:defRPr>
            </a:lvl2pPr>
            <a:lvl3pPr marL="1143000" indent="-228600">
              <a:defRPr sz="2800">
                <a:solidFill>
                  <a:srgbClr val="9B172C"/>
                </a:solidFill>
                <a:latin typeface="Verdana" charset="0"/>
                <a:ea typeface="MS PGothic" charset="-128"/>
              </a:defRPr>
            </a:lvl3pPr>
            <a:lvl4pPr marL="1600200" indent="-228600">
              <a:defRPr sz="2800">
                <a:solidFill>
                  <a:srgbClr val="9B172C"/>
                </a:solidFill>
                <a:latin typeface="Verdana" charset="0"/>
                <a:ea typeface="MS PGothic" charset="-128"/>
              </a:defRPr>
            </a:lvl4pPr>
            <a:lvl5pPr marL="2057400" indent="-228600">
              <a:defRPr sz="2800">
                <a:solidFill>
                  <a:srgbClr val="9B172C"/>
                </a:solidFill>
                <a:latin typeface="Verdana" charset="0"/>
                <a:ea typeface="MS PGothic" charset="-128"/>
              </a:defRPr>
            </a:lvl5pPr>
            <a:lvl6pPr marL="25146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6pPr>
            <a:lvl7pPr marL="29718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7pPr>
            <a:lvl8pPr marL="34290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8pPr>
            <a:lvl9pPr marL="38862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9pPr>
          </a:lstStyle>
          <a:p>
            <a:endParaRPr lang="es-ES_tradnl" altLang="es-ES_tradnl">
              <a:ea typeface="ＭＳ Ｐゴシック" charset="-128"/>
            </a:endParaRPr>
          </a:p>
        </p:txBody>
      </p:sp>
      <p:cxnSp>
        <p:nvCxnSpPr>
          <p:cNvPr id="24" name="Conector recto 23">
            <a:extLst>
              <a:ext uri="{FF2B5EF4-FFF2-40B4-BE49-F238E27FC236}">
                <a16:creationId xmlns:a16="http://schemas.microsoft.com/office/drawing/2014/main" id="{DCA2BCDC-43AC-1E0F-599E-9CDE2715D215}"/>
              </a:ext>
            </a:extLst>
          </p:cNvPr>
          <p:cNvCxnSpPr>
            <a:cxnSpLocks noChangeShapeType="1"/>
            <a:stCxn id="22" idx="3"/>
            <a:endCxn id="9" idx="0"/>
          </p:cNvCxnSpPr>
          <p:nvPr/>
        </p:nvCxnSpPr>
        <p:spPr bwMode="auto">
          <a:xfrm flipH="1">
            <a:off x="5976033" y="2750502"/>
            <a:ext cx="61" cy="305369"/>
          </a:xfrm>
          <a:prstGeom prst="line">
            <a:avLst/>
          </a:prstGeom>
          <a:noFill/>
          <a:ln w="25400">
            <a:solidFill>
              <a:schemeClr val="tx1"/>
            </a:solidFill>
            <a:round/>
            <a:headEnd/>
            <a:tailEnd/>
          </a:ln>
          <a:effectLst>
            <a:outerShdw blurRad="40000" dist="20000" dir="5400000" rotWithShape="0">
              <a:srgbClr val="000000">
                <a:alpha val="37999"/>
              </a:srgbClr>
            </a:outerShdw>
          </a:effectLst>
          <a:extLst>
            <a:ext uri="{909E8E84-426E-40DD-AFC4-6F175D3DCCD1}">
              <a14:hiddenFill xmlns:a14="http://schemas.microsoft.com/office/drawing/2010/main">
                <a:noFill/>
              </a14:hiddenFill>
            </a:ext>
          </a:extLst>
        </p:spPr>
      </p:cxnSp>
      <p:sp>
        <p:nvSpPr>
          <p:cNvPr id="46" name="CuadroTexto 40">
            <a:extLst>
              <a:ext uri="{FF2B5EF4-FFF2-40B4-BE49-F238E27FC236}">
                <a16:creationId xmlns:a16="http://schemas.microsoft.com/office/drawing/2014/main" id="{7B522DA4-0F22-7B8B-D4D0-392B5E93FAA0}"/>
              </a:ext>
            </a:extLst>
          </p:cNvPr>
          <p:cNvSpPr txBox="1">
            <a:spLocks noChangeArrowheads="1"/>
          </p:cNvSpPr>
          <p:nvPr/>
        </p:nvSpPr>
        <p:spPr bwMode="auto">
          <a:xfrm>
            <a:off x="370195" y="4544641"/>
            <a:ext cx="12250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9B172C"/>
                </a:solidFill>
                <a:latin typeface="Verdana" charset="0"/>
                <a:ea typeface="MS PGothic" charset="-128"/>
              </a:defRPr>
            </a:lvl1pPr>
            <a:lvl2pPr marL="742950" indent="-285750">
              <a:defRPr sz="2800">
                <a:solidFill>
                  <a:srgbClr val="9B172C"/>
                </a:solidFill>
                <a:latin typeface="Verdana" charset="0"/>
                <a:ea typeface="MS PGothic" charset="-128"/>
              </a:defRPr>
            </a:lvl2pPr>
            <a:lvl3pPr marL="1143000" indent="-228600">
              <a:defRPr sz="2800">
                <a:solidFill>
                  <a:srgbClr val="9B172C"/>
                </a:solidFill>
                <a:latin typeface="Verdana" charset="0"/>
                <a:ea typeface="MS PGothic" charset="-128"/>
              </a:defRPr>
            </a:lvl3pPr>
            <a:lvl4pPr marL="1600200" indent="-228600">
              <a:defRPr sz="2800">
                <a:solidFill>
                  <a:srgbClr val="9B172C"/>
                </a:solidFill>
                <a:latin typeface="Verdana" charset="0"/>
                <a:ea typeface="MS PGothic" charset="-128"/>
              </a:defRPr>
            </a:lvl4pPr>
            <a:lvl5pPr marL="2057400" indent="-228600">
              <a:defRPr sz="2800">
                <a:solidFill>
                  <a:srgbClr val="9B172C"/>
                </a:solidFill>
                <a:latin typeface="Verdana" charset="0"/>
                <a:ea typeface="MS PGothic" charset="-128"/>
              </a:defRPr>
            </a:lvl5pPr>
            <a:lvl6pPr marL="25146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6pPr>
            <a:lvl7pPr marL="29718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7pPr>
            <a:lvl8pPr marL="34290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8pPr>
            <a:lvl9pPr marL="38862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9pPr>
          </a:lstStyle>
          <a:p>
            <a:pPr algn="ctr">
              <a:spcBef>
                <a:spcPts val="0"/>
              </a:spcBef>
              <a:spcAft>
                <a:spcPts val="0"/>
              </a:spcAft>
              <a:buFont typeface="Symbol" charset="2"/>
              <a:buNone/>
            </a:pPr>
            <a:r>
              <a:rPr lang="es-ES_tradnl" altLang="es-ES_tradnl" sz="1200" dirty="0"/>
              <a:t>&lt;&lt;</a:t>
            </a:r>
            <a:r>
              <a:rPr lang="es-ES_tradnl" altLang="es-ES_tradnl" sz="1200" dirty="0" err="1"/>
              <a:t>Search</a:t>
            </a:r>
            <a:r>
              <a:rPr lang="es-ES_tradnl" altLang="es-ES_tradnl" sz="1200" dirty="0"/>
              <a:t>&gt;&gt;</a:t>
            </a:r>
          </a:p>
          <a:p>
            <a:pPr algn="ctr">
              <a:spcBef>
                <a:spcPts val="0"/>
              </a:spcBef>
              <a:spcAft>
                <a:spcPts val="0"/>
              </a:spcAft>
              <a:buFont typeface="Symbol" charset="2"/>
              <a:buNone/>
            </a:pPr>
            <a:r>
              <a:rPr lang="es-ES_tradnl" altLang="es-ES_tradnl" sz="1200" dirty="0" err="1"/>
              <a:t>chapterTitle</a:t>
            </a:r>
            <a:endParaRPr lang="es-ES_tradnl" altLang="es-ES_tradnl" sz="1200" dirty="0"/>
          </a:p>
        </p:txBody>
      </p:sp>
      <p:cxnSp>
        <p:nvCxnSpPr>
          <p:cNvPr id="49" name="Conector angular 48">
            <a:extLst>
              <a:ext uri="{FF2B5EF4-FFF2-40B4-BE49-F238E27FC236}">
                <a16:creationId xmlns:a16="http://schemas.microsoft.com/office/drawing/2014/main" id="{FB605ED9-AF2B-C568-2512-EC8F0DBB71AA}"/>
              </a:ext>
            </a:extLst>
          </p:cNvPr>
          <p:cNvCxnSpPr>
            <a:cxnSpLocks noChangeShapeType="1"/>
            <a:stCxn id="10" idx="3"/>
            <a:endCxn id="6" idx="1"/>
          </p:cNvCxnSpPr>
          <p:nvPr/>
        </p:nvCxnSpPr>
        <p:spPr bwMode="auto">
          <a:xfrm flipV="1">
            <a:off x="1439976" y="4149204"/>
            <a:ext cx="323737" cy="1332434"/>
          </a:xfrm>
          <a:prstGeom prst="bentConnector3">
            <a:avLst>
              <a:gd name="adj1" fmla="val 50000"/>
            </a:avLst>
          </a:prstGeom>
          <a:noFill/>
          <a:ln w="25400">
            <a:solidFill>
              <a:schemeClr val="tx1"/>
            </a:solidFill>
            <a:prstDash val="dash"/>
            <a:miter lim="800000"/>
            <a:headEnd/>
            <a:tailEnd type="arrow" w="med" len="med"/>
          </a:ln>
          <a:effectLst>
            <a:outerShdw blurRad="40000" dist="20000" dir="5400000" rotWithShape="0">
              <a:srgbClr val="000000">
                <a:alpha val="37999"/>
              </a:srgbClr>
            </a:outerShdw>
          </a:effectLst>
          <a:extLst>
            <a:ext uri="{909E8E84-426E-40DD-AFC4-6F175D3DCCD1}">
              <a14:hiddenFill xmlns:a14="http://schemas.microsoft.com/office/drawing/2010/main">
                <a:noFill/>
              </a14:hiddenFill>
            </a:ext>
          </a:extLst>
        </p:spPr>
      </p:cxnSp>
      <p:sp>
        <p:nvSpPr>
          <p:cNvPr id="54" name="CuadroTexto 39">
            <a:extLst>
              <a:ext uri="{FF2B5EF4-FFF2-40B4-BE49-F238E27FC236}">
                <a16:creationId xmlns:a16="http://schemas.microsoft.com/office/drawing/2014/main" id="{6FD7C839-8E1C-F7E6-DEF7-8DF38BBC626D}"/>
              </a:ext>
            </a:extLst>
          </p:cNvPr>
          <p:cNvSpPr txBox="1">
            <a:spLocks noChangeArrowheads="1"/>
          </p:cNvSpPr>
          <p:nvPr/>
        </p:nvSpPr>
        <p:spPr bwMode="auto">
          <a:xfrm>
            <a:off x="7316477" y="4661260"/>
            <a:ext cx="15209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9B172C"/>
                </a:solidFill>
                <a:latin typeface="Verdana" charset="0"/>
                <a:ea typeface="MS PGothic" charset="-128"/>
              </a:defRPr>
            </a:lvl1pPr>
            <a:lvl2pPr marL="742950" indent="-285750">
              <a:defRPr sz="2800">
                <a:solidFill>
                  <a:srgbClr val="9B172C"/>
                </a:solidFill>
                <a:latin typeface="Verdana" charset="0"/>
                <a:ea typeface="MS PGothic" charset="-128"/>
              </a:defRPr>
            </a:lvl2pPr>
            <a:lvl3pPr marL="1143000" indent="-228600">
              <a:defRPr sz="2800">
                <a:solidFill>
                  <a:srgbClr val="9B172C"/>
                </a:solidFill>
                <a:latin typeface="Verdana" charset="0"/>
                <a:ea typeface="MS PGothic" charset="-128"/>
              </a:defRPr>
            </a:lvl3pPr>
            <a:lvl4pPr marL="1600200" indent="-228600">
              <a:defRPr sz="2800">
                <a:solidFill>
                  <a:srgbClr val="9B172C"/>
                </a:solidFill>
                <a:latin typeface="Verdana" charset="0"/>
                <a:ea typeface="MS PGothic" charset="-128"/>
              </a:defRPr>
            </a:lvl4pPr>
            <a:lvl5pPr marL="2057400" indent="-228600">
              <a:defRPr sz="2800">
                <a:solidFill>
                  <a:srgbClr val="9B172C"/>
                </a:solidFill>
                <a:latin typeface="Verdana" charset="0"/>
                <a:ea typeface="MS PGothic" charset="-128"/>
              </a:defRPr>
            </a:lvl5pPr>
            <a:lvl6pPr marL="25146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6pPr>
            <a:lvl7pPr marL="29718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7pPr>
            <a:lvl8pPr marL="34290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8pPr>
            <a:lvl9pPr marL="38862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9pPr>
          </a:lstStyle>
          <a:p>
            <a:pPr algn="ctr">
              <a:spcBef>
                <a:spcPts val="0"/>
              </a:spcBef>
              <a:spcAft>
                <a:spcPts val="0"/>
              </a:spcAft>
              <a:buFont typeface="Symbol" charset="2"/>
              <a:buNone/>
            </a:pPr>
            <a:r>
              <a:rPr lang="es-ES_tradnl" altLang="es-ES_tradnl" sz="1200" dirty="0"/>
              <a:t>&lt;&lt;</a:t>
            </a:r>
            <a:r>
              <a:rPr lang="es-ES_tradnl" altLang="es-ES_tradnl" sz="1200" dirty="0" err="1"/>
              <a:t>Permission</a:t>
            </a:r>
            <a:r>
              <a:rPr lang="es-ES_tradnl" altLang="es-ES_tradnl" sz="1200" dirty="0"/>
              <a:t>&gt;&gt;</a:t>
            </a:r>
          </a:p>
          <a:p>
            <a:pPr algn="ctr">
              <a:spcBef>
                <a:spcPts val="0"/>
              </a:spcBef>
              <a:spcAft>
                <a:spcPts val="0"/>
              </a:spcAft>
              <a:buFont typeface="Symbol" charset="2"/>
              <a:buNone/>
            </a:pPr>
            <a:r>
              <a:rPr lang="es-ES_tradnl" altLang="es-ES_tradnl" sz="1200" dirty="0" err="1"/>
              <a:t>Read</a:t>
            </a:r>
            <a:r>
              <a:rPr lang="es-ES_tradnl" altLang="es-ES_tradnl" sz="1200" dirty="0"/>
              <a:t>/</a:t>
            </a:r>
            <a:r>
              <a:rPr lang="es-ES_tradnl" altLang="es-ES_tradnl" sz="1200" dirty="0" err="1"/>
              <a:t>write</a:t>
            </a:r>
            <a:endParaRPr lang="es-ES_tradnl" altLang="es-ES_tradnl" sz="1200" dirty="0"/>
          </a:p>
        </p:txBody>
      </p:sp>
      <p:sp>
        <p:nvSpPr>
          <p:cNvPr id="55" name="CuadroTexto 40">
            <a:extLst>
              <a:ext uri="{FF2B5EF4-FFF2-40B4-BE49-F238E27FC236}">
                <a16:creationId xmlns:a16="http://schemas.microsoft.com/office/drawing/2014/main" id="{242AA766-0FD4-5B9A-6CBC-D9C8708261B1}"/>
              </a:ext>
            </a:extLst>
          </p:cNvPr>
          <p:cNvSpPr txBox="1">
            <a:spLocks noChangeArrowheads="1"/>
          </p:cNvSpPr>
          <p:nvPr/>
        </p:nvSpPr>
        <p:spPr bwMode="auto">
          <a:xfrm>
            <a:off x="7316477" y="6040977"/>
            <a:ext cx="15209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9B172C"/>
                </a:solidFill>
                <a:latin typeface="Verdana" charset="0"/>
                <a:ea typeface="MS PGothic" charset="-128"/>
              </a:defRPr>
            </a:lvl1pPr>
            <a:lvl2pPr marL="742950" indent="-285750">
              <a:defRPr sz="2800">
                <a:solidFill>
                  <a:srgbClr val="9B172C"/>
                </a:solidFill>
                <a:latin typeface="Verdana" charset="0"/>
                <a:ea typeface="MS PGothic" charset="-128"/>
              </a:defRPr>
            </a:lvl2pPr>
            <a:lvl3pPr marL="1143000" indent="-228600">
              <a:defRPr sz="2800">
                <a:solidFill>
                  <a:srgbClr val="9B172C"/>
                </a:solidFill>
                <a:latin typeface="Verdana" charset="0"/>
                <a:ea typeface="MS PGothic" charset="-128"/>
              </a:defRPr>
            </a:lvl3pPr>
            <a:lvl4pPr marL="1600200" indent="-228600">
              <a:defRPr sz="2800">
                <a:solidFill>
                  <a:srgbClr val="9B172C"/>
                </a:solidFill>
                <a:latin typeface="Verdana" charset="0"/>
                <a:ea typeface="MS PGothic" charset="-128"/>
              </a:defRPr>
            </a:lvl4pPr>
            <a:lvl5pPr marL="2057400" indent="-228600">
              <a:defRPr sz="2800">
                <a:solidFill>
                  <a:srgbClr val="9B172C"/>
                </a:solidFill>
                <a:latin typeface="Verdana" charset="0"/>
                <a:ea typeface="MS PGothic" charset="-128"/>
              </a:defRPr>
            </a:lvl5pPr>
            <a:lvl6pPr marL="25146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6pPr>
            <a:lvl7pPr marL="29718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7pPr>
            <a:lvl8pPr marL="34290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8pPr>
            <a:lvl9pPr marL="38862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9pPr>
          </a:lstStyle>
          <a:p>
            <a:pPr>
              <a:spcBef>
                <a:spcPts val="0"/>
              </a:spcBef>
              <a:spcAft>
                <a:spcPts val="0"/>
              </a:spcAft>
              <a:buFont typeface="Symbol" charset="2"/>
              <a:buNone/>
            </a:pPr>
            <a:r>
              <a:rPr lang="es-ES_tradnl" altLang="es-ES_tradnl" sz="1200" dirty="0"/>
              <a:t>&lt;&lt;</a:t>
            </a:r>
            <a:r>
              <a:rPr lang="es-ES_tradnl" altLang="es-ES_tradnl" sz="1200" dirty="0" err="1"/>
              <a:t>Permission</a:t>
            </a:r>
            <a:r>
              <a:rPr lang="es-ES_tradnl" altLang="es-ES_tradnl" sz="1200" dirty="0"/>
              <a:t>&gt;&gt;</a:t>
            </a:r>
          </a:p>
          <a:p>
            <a:pPr algn="ctr">
              <a:spcBef>
                <a:spcPts val="0"/>
              </a:spcBef>
              <a:spcAft>
                <a:spcPts val="0"/>
              </a:spcAft>
              <a:buFont typeface="Symbol" charset="2"/>
              <a:buNone/>
            </a:pPr>
            <a:r>
              <a:rPr lang="es-ES_tradnl" altLang="es-ES_tradnl" sz="1200" dirty="0" err="1"/>
              <a:t>Read</a:t>
            </a:r>
            <a:endParaRPr lang="es-ES_tradnl" altLang="es-ES_tradnl" sz="1200" dirty="0"/>
          </a:p>
        </p:txBody>
      </p:sp>
      <p:sp>
        <p:nvSpPr>
          <p:cNvPr id="56" name="CuadroTexto 40">
            <a:extLst>
              <a:ext uri="{FF2B5EF4-FFF2-40B4-BE49-F238E27FC236}">
                <a16:creationId xmlns:a16="http://schemas.microsoft.com/office/drawing/2014/main" id="{478EC5B6-6D3A-50FD-2CDB-8FEAE0F789A5}"/>
              </a:ext>
            </a:extLst>
          </p:cNvPr>
          <p:cNvSpPr txBox="1">
            <a:spLocks noChangeArrowheads="1"/>
          </p:cNvSpPr>
          <p:nvPr/>
        </p:nvSpPr>
        <p:spPr bwMode="auto">
          <a:xfrm>
            <a:off x="7208438" y="3323922"/>
            <a:ext cx="10999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9B172C"/>
                </a:solidFill>
                <a:latin typeface="Verdana" charset="0"/>
                <a:ea typeface="MS PGothic" charset="-128"/>
              </a:defRPr>
            </a:lvl1pPr>
            <a:lvl2pPr marL="742950" indent="-285750">
              <a:defRPr sz="2800">
                <a:solidFill>
                  <a:srgbClr val="9B172C"/>
                </a:solidFill>
                <a:latin typeface="Verdana" charset="0"/>
                <a:ea typeface="MS PGothic" charset="-128"/>
              </a:defRPr>
            </a:lvl2pPr>
            <a:lvl3pPr marL="1143000" indent="-228600">
              <a:defRPr sz="2800">
                <a:solidFill>
                  <a:srgbClr val="9B172C"/>
                </a:solidFill>
                <a:latin typeface="Verdana" charset="0"/>
                <a:ea typeface="MS PGothic" charset="-128"/>
              </a:defRPr>
            </a:lvl3pPr>
            <a:lvl4pPr marL="1600200" indent="-228600">
              <a:defRPr sz="2800">
                <a:solidFill>
                  <a:srgbClr val="9B172C"/>
                </a:solidFill>
                <a:latin typeface="Verdana" charset="0"/>
                <a:ea typeface="MS PGothic" charset="-128"/>
              </a:defRPr>
            </a:lvl4pPr>
            <a:lvl5pPr marL="2057400" indent="-228600">
              <a:defRPr sz="2800">
                <a:solidFill>
                  <a:srgbClr val="9B172C"/>
                </a:solidFill>
                <a:latin typeface="Verdana" charset="0"/>
                <a:ea typeface="MS PGothic" charset="-128"/>
              </a:defRPr>
            </a:lvl5pPr>
            <a:lvl6pPr marL="25146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6pPr>
            <a:lvl7pPr marL="29718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7pPr>
            <a:lvl8pPr marL="34290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8pPr>
            <a:lvl9pPr marL="38862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9pPr>
          </a:lstStyle>
          <a:p>
            <a:pPr algn="ctr">
              <a:spcBef>
                <a:spcPts val="0"/>
              </a:spcBef>
              <a:spcAft>
                <a:spcPts val="0"/>
              </a:spcAft>
              <a:buFont typeface="Symbol" charset="2"/>
              <a:buNone/>
            </a:pPr>
            <a:r>
              <a:rPr lang="es-ES_tradnl" altLang="es-ES_tradnl" sz="1200" dirty="0">
                <a:solidFill>
                  <a:schemeClr val="accent6"/>
                </a:solidFill>
              </a:rPr>
              <a:t>&lt;&lt;</a:t>
            </a:r>
            <a:r>
              <a:rPr lang="es-ES_tradnl" altLang="es-ES_tradnl" sz="1200" dirty="0" err="1">
                <a:solidFill>
                  <a:schemeClr val="accent6"/>
                </a:solidFill>
              </a:rPr>
              <a:t>Filter</a:t>
            </a:r>
            <a:r>
              <a:rPr lang="es-ES_tradnl" altLang="es-ES_tradnl" sz="1200" dirty="0">
                <a:solidFill>
                  <a:schemeClr val="accent6"/>
                </a:solidFill>
              </a:rPr>
              <a:t>&gt;&gt;</a:t>
            </a:r>
          </a:p>
          <a:p>
            <a:pPr algn="ctr">
              <a:spcBef>
                <a:spcPts val="0"/>
              </a:spcBef>
              <a:spcAft>
                <a:spcPts val="0"/>
              </a:spcAft>
              <a:buFont typeface="Symbol" charset="2"/>
              <a:buNone/>
            </a:pPr>
            <a:r>
              <a:rPr lang="es-ES_tradnl" altLang="es-ES_tradnl" sz="1200" dirty="0" err="1"/>
              <a:t>chapterTitle</a:t>
            </a:r>
            <a:endParaRPr lang="es-ES_tradnl" altLang="es-ES_tradnl" sz="1200" dirty="0"/>
          </a:p>
        </p:txBody>
      </p:sp>
      <p:cxnSp>
        <p:nvCxnSpPr>
          <p:cNvPr id="57" name="Conector angular 56">
            <a:extLst>
              <a:ext uri="{FF2B5EF4-FFF2-40B4-BE49-F238E27FC236}">
                <a16:creationId xmlns:a16="http://schemas.microsoft.com/office/drawing/2014/main" id="{DDCA9D6D-14B1-28A0-F420-D474752838DF}"/>
              </a:ext>
            </a:extLst>
          </p:cNvPr>
          <p:cNvCxnSpPr>
            <a:cxnSpLocks noChangeShapeType="1"/>
            <a:stCxn id="35" idx="1"/>
            <a:endCxn id="27" idx="3"/>
          </p:cNvCxnSpPr>
          <p:nvPr/>
        </p:nvCxnSpPr>
        <p:spPr bwMode="auto">
          <a:xfrm rot="10800000" flipV="1">
            <a:off x="6948266" y="2845493"/>
            <a:ext cx="473049" cy="2866275"/>
          </a:xfrm>
          <a:prstGeom prst="bentConnector3">
            <a:avLst>
              <a:gd name="adj1" fmla="val 50000"/>
            </a:avLst>
          </a:prstGeom>
          <a:noFill/>
          <a:ln w="25400">
            <a:solidFill>
              <a:schemeClr val="tx1"/>
            </a:solidFill>
            <a:prstDash val="dash"/>
            <a:miter lim="800000"/>
            <a:headEnd/>
            <a:tailEnd type="arrow" w="med" len="med"/>
          </a:ln>
          <a:effectLst>
            <a:outerShdw blurRad="40000" dist="20000" dir="5400000" rotWithShape="0">
              <a:srgbClr val="000000">
                <a:alpha val="37999"/>
              </a:srgbClr>
            </a:outerShdw>
          </a:effectLst>
          <a:extLst>
            <a:ext uri="{909E8E84-426E-40DD-AFC4-6F175D3DCCD1}">
              <a14:hiddenFill xmlns:a14="http://schemas.microsoft.com/office/drawing/2010/main">
                <a:noFill/>
              </a14:hiddenFill>
            </a:ext>
          </a:extLst>
        </p:spPr>
      </p:cxnSp>
      <p:sp>
        <p:nvSpPr>
          <p:cNvPr id="11" name="Rectángulo 10">
            <a:extLst>
              <a:ext uri="{FF2B5EF4-FFF2-40B4-BE49-F238E27FC236}">
                <a16:creationId xmlns:a16="http://schemas.microsoft.com/office/drawing/2014/main" id="{41121E39-4C58-9F6F-4A61-DA6DBD3DAFFF}"/>
              </a:ext>
            </a:extLst>
          </p:cNvPr>
          <p:cNvSpPr>
            <a:spLocks noChangeArrowheads="1"/>
          </p:cNvSpPr>
          <p:nvPr/>
        </p:nvSpPr>
        <p:spPr bwMode="auto">
          <a:xfrm>
            <a:off x="5003801" y="6035618"/>
            <a:ext cx="1944464" cy="728684"/>
          </a:xfrm>
          <a:prstGeom prst="rect">
            <a:avLst/>
          </a:prstGeom>
          <a:gradFill rotWithShape="1">
            <a:gsLst>
              <a:gs pos="0">
                <a:srgbClr val="E1E1FF"/>
              </a:gs>
              <a:gs pos="64999">
                <a:srgbClr val="B6B6FF"/>
              </a:gs>
              <a:gs pos="100000">
                <a:srgbClr val="9595FF"/>
              </a:gs>
            </a:gsLst>
            <a:lin ang="5400000" scaled="1"/>
          </a:gradFill>
          <a:ln w="9525">
            <a:solidFill>
              <a:srgbClr val="2E2ECB"/>
            </a:solidFill>
            <a:miter lim="800000"/>
            <a:headEnd/>
            <a:tailEnd/>
          </a:ln>
          <a:effectLst>
            <a:outerShdw blurRad="40000" dist="20000" dir="5400000" rotWithShape="0">
              <a:srgbClr val="000000">
                <a:alpha val="37999"/>
              </a:srgbClr>
            </a:outerShdw>
          </a:effectLst>
        </p:spPr>
        <p:txBody>
          <a:bodyPr/>
          <a:lstStyle>
            <a:lvl1pPr>
              <a:defRPr sz="2800">
                <a:solidFill>
                  <a:srgbClr val="9B172C"/>
                </a:solidFill>
                <a:latin typeface="Verdana" charset="0"/>
                <a:ea typeface="MS PGothic" charset="-128"/>
              </a:defRPr>
            </a:lvl1pPr>
            <a:lvl2pPr marL="742950" indent="-285750">
              <a:defRPr sz="2800">
                <a:solidFill>
                  <a:srgbClr val="9B172C"/>
                </a:solidFill>
                <a:latin typeface="Verdana" charset="0"/>
                <a:ea typeface="MS PGothic" charset="-128"/>
              </a:defRPr>
            </a:lvl2pPr>
            <a:lvl3pPr marL="1143000" indent="-228600">
              <a:defRPr sz="2800">
                <a:solidFill>
                  <a:srgbClr val="9B172C"/>
                </a:solidFill>
                <a:latin typeface="Verdana" charset="0"/>
                <a:ea typeface="MS PGothic" charset="-128"/>
              </a:defRPr>
            </a:lvl3pPr>
            <a:lvl4pPr marL="1600200" indent="-228600">
              <a:defRPr sz="2800">
                <a:solidFill>
                  <a:srgbClr val="9B172C"/>
                </a:solidFill>
                <a:latin typeface="Verdana" charset="0"/>
                <a:ea typeface="MS PGothic" charset="-128"/>
              </a:defRPr>
            </a:lvl4pPr>
            <a:lvl5pPr marL="2057400" indent="-228600">
              <a:defRPr sz="2800">
                <a:solidFill>
                  <a:srgbClr val="9B172C"/>
                </a:solidFill>
                <a:latin typeface="Verdana" charset="0"/>
                <a:ea typeface="MS PGothic" charset="-128"/>
              </a:defRPr>
            </a:lvl5pPr>
            <a:lvl6pPr marL="25146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6pPr>
            <a:lvl7pPr marL="29718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7pPr>
            <a:lvl8pPr marL="34290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8pPr>
            <a:lvl9pPr marL="3886200" indent="-228600" eaLnBrk="0" fontAlgn="base" hangingPunct="0">
              <a:spcBef>
                <a:spcPts val="400"/>
              </a:spcBef>
              <a:spcAft>
                <a:spcPts val="400"/>
              </a:spcAft>
              <a:buClr>
                <a:srgbClr val="9B172C"/>
              </a:buClr>
              <a:buFont typeface="Symbol" charset="2"/>
              <a:buChar char="¨"/>
              <a:defRPr sz="2800">
                <a:solidFill>
                  <a:srgbClr val="9B172C"/>
                </a:solidFill>
                <a:latin typeface="Verdana" charset="0"/>
                <a:ea typeface="MS PGothic" charset="-128"/>
              </a:defRPr>
            </a:lvl9pPr>
          </a:lstStyle>
          <a:p>
            <a:pPr algn="ctr">
              <a:buNone/>
            </a:pPr>
            <a:r>
              <a:rPr lang="es-ES_tradnl" altLang="es-ES_tradnl" sz="1600"/>
              <a:t>systemCovered</a:t>
            </a:r>
            <a:endParaRPr lang="es-ES_tradnl" altLang="es-ES_tradnl" sz="1600" dirty="0"/>
          </a:p>
          <a:p>
            <a:pPr algn="ctr">
              <a:buNone/>
            </a:pPr>
            <a:r>
              <a:rPr lang="es-ES_tradnl" sz="1600"/>
              <a:t>chapterTitle</a:t>
            </a:r>
            <a:endParaRPr lang="es-ES_tradnl" altLang="es-ES_tradnl" sz="1600" dirty="0"/>
          </a:p>
          <a:p>
            <a:pPr algn="ctr">
              <a:buNone/>
            </a:pPr>
            <a:endParaRPr lang="es-ES_tradnl" altLang="es-ES_tradnl" sz="1600" dirty="0"/>
          </a:p>
        </p:txBody>
      </p:sp>
      <p:sp>
        <p:nvSpPr>
          <p:cNvPr id="10" name="Rectángulo 9">
            <a:extLst>
              <a:ext uri="{FF2B5EF4-FFF2-40B4-BE49-F238E27FC236}">
                <a16:creationId xmlns:a16="http://schemas.microsoft.com/office/drawing/2014/main" id="{D1D8CF02-B56D-B646-CE14-292666935FFE}"/>
              </a:ext>
            </a:extLst>
          </p:cNvPr>
          <p:cNvSpPr>
            <a:spLocks noChangeArrowheads="1"/>
          </p:cNvSpPr>
          <p:nvPr/>
        </p:nvSpPr>
        <p:spPr bwMode="auto">
          <a:xfrm>
            <a:off x="142989" y="5157788"/>
            <a:ext cx="1296987" cy="647700"/>
          </a:xfrm>
          <a:prstGeom prst="rect">
            <a:avLst/>
          </a:prstGeom>
          <a:gradFill rotWithShape="1">
            <a:gsLst>
              <a:gs pos="0">
                <a:srgbClr val="EDEDED"/>
              </a:gs>
              <a:gs pos="64999">
                <a:srgbClr val="D0D0D0"/>
              </a:gs>
              <a:gs pos="100000">
                <a:srgbClr val="BCBCBC"/>
              </a:gs>
            </a:gsLst>
            <a:lin ang="5400000" scaled="1"/>
          </a:gradFill>
          <a:ln w="9525">
            <a:solidFill>
              <a:srgbClr val="000000"/>
            </a:solidFill>
            <a:miter lim="800000"/>
            <a:headEnd/>
            <a:tailEnd/>
          </a:ln>
          <a:effectLst>
            <a:outerShdw blurRad="40000" dist="20000" dir="5400000" rotWithShape="0">
              <a:srgbClr val="000000">
                <a:alpha val="37999"/>
              </a:srgbClr>
            </a:outerShdw>
          </a:effectLst>
        </p:spPr>
        <p:txBody>
          <a:bodyPr/>
          <a:lstStyle/>
          <a:p>
            <a:pPr algn="ctr">
              <a:buFont typeface="Symbol" charset="0"/>
              <a:buNone/>
              <a:defRPr/>
            </a:pPr>
            <a:r>
              <a:rPr lang="es-ES_tradnl" sz="1600" dirty="0">
                <a:ea typeface="ＭＳ Ｐゴシック" charset="0"/>
              </a:rPr>
              <a:t>&lt;&lt;Role&gt;&gt;</a:t>
            </a:r>
            <a:br>
              <a:rPr lang="es-ES_tradnl" sz="1600" dirty="0">
                <a:ea typeface="ＭＳ Ｐゴシック" charset="0"/>
              </a:rPr>
            </a:br>
            <a:r>
              <a:rPr lang="es-ES_tradnl" sz="1600" dirty="0" err="1">
                <a:ea typeface="ＭＳ Ｐゴシック" charset="0"/>
              </a:rPr>
              <a:t>Teacher</a:t>
            </a:r>
            <a:endParaRPr lang="es-ES_tradnl" sz="1600" dirty="0">
              <a:ea typeface="ＭＳ Ｐゴシック" charset="0"/>
            </a:endParaRPr>
          </a:p>
        </p:txBody>
      </p:sp>
      <p:sp>
        <p:nvSpPr>
          <p:cNvPr id="35" name="Rectángulo 34">
            <a:extLst>
              <a:ext uri="{FF2B5EF4-FFF2-40B4-BE49-F238E27FC236}">
                <a16:creationId xmlns:a16="http://schemas.microsoft.com/office/drawing/2014/main" id="{44B51DC9-8D33-6C28-D46D-491C2B686C1E}"/>
              </a:ext>
            </a:extLst>
          </p:cNvPr>
          <p:cNvSpPr>
            <a:spLocks noChangeArrowheads="1"/>
          </p:cNvSpPr>
          <p:nvPr/>
        </p:nvSpPr>
        <p:spPr bwMode="auto">
          <a:xfrm>
            <a:off x="7421314" y="2520850"/>
            <a:ext cx="1368425" cy="649287"/>
          </a:xfrm>
          <a:prstGeom prst="rect">
            <a:avLst/>
          </a:prstGeom>
          <a:gradFill rotWithShape="1">
            <a:gsLst>
              <a:gs pos="0">
                <a:srgbClr val="EDEDED"/>
              </a:gs>
              <a:gs pos="64999">
                <a:srgbClr val="D0D0D0"/>
              </a:gs>
              <a:gs pos="100000">
                <a:srgbClr val="BCBCBC"/>
              </a:gs>
            </a:gsLst>
            <a:lin ang="5400000" scaled="1"/>
          </a:gradFill>
          <a:ln w="9525">
            <a:solidFill>
              <a:srgbClr val="000000"/>
            </a:solidFill>
            <a:miter lim="800000"/>
            <a:headEnd/>
            <a:tailEnd/>
          </a:ln>
          <a:effectLst>
            <a:outerShdw blurRad="40000" dist="20000" dir="5400000" rotWithShape="0">
              <a:srgbClr val="000000">
                <a:alpha val="37999"/>
              </a:srgbClr>
            </a:outerShdw>
          </a:effectLst>
        </p:spPr>
        <p:txBody>
          <a:bodyPr/>
          <a:lstStyle/>
          <a:p>
            <a:pPr algn="ctr">
              <a:buNone/>
            </a:pPr>
            <a:r>
              <a:rPr lang="es-ES_tradnl" sz="1600" dirty="0"/>
              <a:t>&lt;&lt;Role&gt;&gt;</a:t>
            </a:r>
            <a:br>
              <a:rPr lang="es-ES_tradnl" sz="1600" dirty="0"/>
            </a:br>
            <a:r>
              <a:rPr lang="es-ES_tradnl" sz="1600" dirty="0" err="1"/>
              <a:t>Teacher</a:t>
            </a:r>
            <a:endParaRPr lang="es-ES_tradnl"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60E67-48F4-5F85-98F4-F115ABBA9DF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27773ED-BB21-A2E5-717E-27D648004FF2}"/>
              </a:ext>
            </a:extLst>
          </p:cNvPr>
          <p:cNvSpPr>
            <a:spLocks noGrp="1"/>
          </p:cNvSpPr>
          <p:nvPr>
            <p:ph type="title"/>
          </p:nvPr>
        </p:nvSpPr>
        <p:spPr>
          <a:xfrm>
            <a:off x="467544" y="152400"/>
            <a:ext cx="8426096" cy="762000"/>
          </a:xfrm>
        </p:spPr>
        <p:txBody>
          <a:bodyPr/>
          <a:lstStyle/>
          <a:p>
            <a:r>
              <a:rPr lang="es-ES" dirty="0"/>
              <a:t>Metadatos y búsquedas</a:t>
            </a:r>
          </a:p>
        </p:txBody>
      </p:sp>
      <p:sp>
        <p:nvSpPr>
          <p:cNvPr id="4" name="Marcador de contenido 2">
            <a:extLst>
              <a:ext uri="{FF2B5EF4-FFF2-40B4-BE49-F238E27FC236}">
                <a16:creationId xmlns:a16="http://schemas.microsoft.com/office/drawing/2014/main" id="{098D8D3F-8DD7-6B0C-FD1F-2E6291A9ADF9}"/>
              </a:ext>
            </a:extLst>
          </p:cNvPr>
          <p:cNvSpPr>
            <a:spLocks noGrp="1"/>
          </p:cNvSpPr>
          <p:nvPr>
            <p:ph idx="1"/>
          </p:nvPr>
        </p:nvSpPr>
        <p:spPr>
          <a:xfrm>
            <a:off x="585788" y="1412776"/>
            <a:ext cx="8162676" cy="5064224"/>
          </a:xfrm>
        </p:spPr>
        <p:txBody>
          <a:bodyPr/>
          <a:lstStyle/>
          <a:p>
            <a:r>
              <a:rPr lang="es-ES" sz="2400" b="1" dirty="0"/>
              <a:t>Añadir una columna </a:t>
            </a:r>
            <a:r>
              <a:rPr lang="es-ES" sz="2400" dirty="0"/>
              <a:t>por cada metadato y darle un valor concreto para los elementos afectados. </a:t>
            </a:r>
          </a:p>
          <a:p>
            <a:r>
              <a:rPr lang="es-ES" sz="2400" dirty="0"/>
              <a:t>Crear una </a:t>
            </a:r>
            <a:r>
              <a:rPr lang="es-ES" sz="2400" b="1" dirty="0"/>
              <a:t>vista plana del sitio </a:t>
            </a:r>
            <a:r>
              <a:rPr lang="es-ES" sz="2400" dirty="0"/>
              <a:t>y aplicar el </a:t>
            </a:r>
            <a:r>
              <a:rPr lang="es-ES" sz="2400" b="1" dirty="0"/>
              <a:t>filtro</a:t>
            </a:r>
            <a:r>
              <a:rPr lang="es-ES" sz="2400" dirty="0"/>
              <a:t> en esa vista.</a:t>
            </a:r>
          </a:p>
          <a:p>
            <a:pPr algn="just"/>
            <a:r>
              <a:rPr lang="en-US" sz="2400" b="1" dirty="0" err="1"/>
              <a:t>Importante</a:t>
            </a:r>
            <a:r>
              <a:rPr lang="en-US" sz="2400" b="1" dirty="0"/>
              <a:t>:</a:t>
            </a:r>
            <a:r>
              <a:rPr lang="en-US" sz="2400" dirty="0"/>
              <a:t> </a:t>
            </a:r>
            <a:r>
              <a:rPr lang="es-ES" sz="2400" dirty="0"/>
              <a:t>si buscamos documentos de un tipo concreto por metadatos, tenemos que añadir una columna más para identificar el tipo. </a:t>
            </a:r>
          </a:p>
          <a:p>
            <a:pPr lvl="1" algn="just"/>
            <a:r>
              <a:rPr lang="es-ES" sz="2000" dirty="0"/>
              <a:t>Por ejemplo, si estamos buscando </a:t>
            </a:r>
            <a:r>
              <a:rPr lang="es-ES" sz="2000" b="1" dirty="0"/>
              <a:t>facturas</a:t>
            </a:r>
            <a:r>
              <a:rPr lang="es-ES" sz="2000" dirty="0"/>
              <a:t> por la </a:t>
            </a:r>
            <a:r>
              <a:rPr lang="es-ES" sz="2000" b="1" dirty="0"/>
              <a:t>fecha</a:t>
            </a:r>
            <a:r>
              <a:rPr lang="es-ES" sz="2000" dirty="0"/>
              <a:t>, no sólo hay que añadir el metadato (columna) “fecha”, sino también el metadato “tipo de documento” y darle el valor “factura” para todas las facturas. Así, aplicaremos 2 filtros: por tipo de documento y por fecha.</a:t>
            </a:r>
            <a:endParaRPr lang="en-US" sz="2000" dirty="0"/>
          </a:p>
          <a:p>
            <a:endParaRPr lang="en-US" sz="2400" dirty="0"/>
          </a:p>
          <a:p>
            <a:pPr marL="0" indent="0">
              <a:buNone/>
            </a:pPr>
            <a:endParaRPr lang="es-ES" dirty="0"/>
          </a:p>
          <a:p>
            <a:pPr lvl="1"/>
            <a:endParaRPr lang="es-ES" dirty="0"/>
          </a:p>
        </p:txBody>
      </p:sp>
      <p:sp>
        <p:nvSpPr>
          <p:cNvPr id="6" name="Rectángulo 5">
            <a:extLst>
              <a:ext uri="{FF2B5EF4-FFF2-40B4-BE49-F238E27FC236}">
                <a16:creationId xmlns:a16="http://schemas.microsoft.com/office/drawing/2014/main" id="{75F8BDB1-9407-60CD-528E-862CD42D1A2D}"/>
              </a:ext>
            </a:extLst>
          </p:cNvPr>
          <p:cNvSpPr/>
          <p:nvPr/>
        </p:nvSpPr>
        <p:spPr bwMode="auto">
          <a:xfrm>
            <a:off x="6012160" y="4846712"/>
            <a:ext cx="720080" cy="7920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342900" marR="0" indent="-342900" algn="l" defTabSz="914400" rtl="0" eaLnBrk="0" fontAlgn="base" latinLnBrk="0" hangingPunct="0">
              <a:lnSpc>
                <a:spcPct val="100000"/>
              </a:lnSpc>
              <a:spcBef>
                <a:spcPts val="400"/>
              </a:spcBef>
              <a:spcAft>
                <a:spcPts val="400"/>
              </a:spcAft>
              <a:buClr>
                <a:srgbClr val="9B172C"/>
              </a:buClr>
              <a:buSzTx/>
              <a:buFont typeface="Symbol" charset="0"/>
              <a:buChar char="¨"/>
              <a:tabLst/>
            </a:pPr>
            <a:endParaRPr kumimoji="0" lang="es-ES" sz="2800" b="0" i="0" u="none" strike="noStrike" cap="none" normalizeH="0" baseline="0">
              <a:ln>
                <a:noFill/>
              </a:ln>
              <a:solidFill>
                <a:srgbClr val="9B172C"/>
              </a:solidFill>
              <a:effectLst/>
              <a:latin typeface="Verdana" charset="0"/>
              <a:ea typeface="ＭＳ Ｐゴシック" charset="0"/>
            </a:endParaRPr>
          </a:p>
        </p:txBody>
      </p:sp>
    </p:spTree>
    <p:extLst>
      <p:ext uri="{BB962C8B-B14F-4D97-AF65-F5344CB8AC3E}">
        <p14:creationId xmlns:p14="http://schemas.microsoft.com/office/powerpoint/2010/main" val="207085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8BC84-7909-1BF0-E606-FF2FE36A5E8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7A02F5A-10C7-2D18-AC50-83447DAF3714}"/>
              </a:ext>
            </a:extLst>
          </p:cNvPr>
          <p:cNvSpPr>
            <a:spLocks noGrp="1"/>
          </p:cNvSpPr>
          <p:nvPr>
            <p:ph type="title"/>
          </p:nvPr>
        </p:nvSpPr>
        <p:spPr>
          <a:xfrm>
            <a:off x="467544" y="152400"/>
            <a:ext cx="8426096" cy="762000"/>
          </a:xfrm>
        </p:spPr>
        <p:txBody>
          <a:bodyPr/>
          <a:lstStyle/>
          <a:p>
            <a:r>
              <a:rPr lang="es-ES" dirty="0"/>
              <a:t>Metadatos y búsquedas</a:t>
            </a:r>
          </a:p>
        </p:txBody>
      </p:sp>
      <p:sp>
        <p:nvSpPr>
          <p:cNvPr id="4" name="Marcador de contenido 2">
            <a:extLst>
              <a:ext uri="{FF2B5EF4-FFF2-40B4-BE49-F238E27FC236}">
                <a16:creationId xmlns:a16="http://schemas.microsoft.com/office/drawing/2014/main" id="{3B74134D-EEA3-5B53-F018-CF3325C83363}"/>
              </a:ext>
            </a:extLst>
          </p:cNvPr>
          <p:cNvSpPr>
            <a:spLocks noGrp="1"/>
          </p:cNvSpPr>
          <p:nvPr>
            <p:ph idx="1"/>
          </p:nvPr>
        </p:nvSpPr>
        <p:spPr>
          <a:xfrm>
            <a:off x="585788" y="1412776"/>
            <a:ext cx="7948612" cy="5064224"/>
          </a:xfrm>
        </p:spPr>
        <p:txBody>
          <a:bodyPr/>
          <a:lstStyle/>
          <a:p>
            <a:r>
              <a:rPr lang="es-ES" b="1" dirty="0"/>
              <a:t>No confundir </a:t>
            </a:r>
            <a:r>
              <a:rPr lang="es-ES" dirty="0"/>
              <a:t>metadatos con búsqueda genérica por nombre del archivo o por el contenido del .docx, .</a:t>
            </a:r>
            <a:r>
              <a:rPr lang="es-ES" dirty="0" err="1"/>
              <a:t>pdf</a:t>
            </a:r>
            <a:r>
              <a:rPr lang="es-ES" dirty="0"/>
              <a:t> o .</a:t>
            </a:r>
            <a:r>
              <a:rPr lang="es-ES" dirty="0" err="1"/>
              <a:t>pptx</a:t>
            </a:r>
            <a:r>
              <a:rPr lang="es-ES" dirty="0"/>
              <a:t>. Aquí los estamos definiendo nosotros, pero podríamos sacar/calcular automáticamente:</a:t>
            </a:r>
          </a:p>
          <a:p>
            <a:pPr lvl="2"/>
            <a:r>
              <a:rPr lang="es-ES" dirty="0"/>
              <a:t>“usar valor calculado”. Esto el año pasado era para subir nota. A día de hoy funciona mucho mejor (gracias </a:t>
            </a:r>
            <a:r>
              <a:rPr lang="es-ES" dirty="0" err="1"/>
              <a:t>LLMs</a:t>
            </a:r>
            <a:r>
              <a:rPr lang="es-ES" dirty="0"/>
              <a:t>) así que podéis pedirlo como requisito</a:t>
            </a:r>
          </a:p>
          <a:p>
            <a:endParaRPr lang="en-US" dirty="0"/>
          </a:p>
          <a:p>
            <a:pPr marL="0" indent="0">
              <a:buNone/>
            </a:pPr>
            <a:endParaRPr lang="es-ES" dirty="0"/>
          </a:p>
          <a:p>
            <a:pPr lvl="1"/>
            <a:endParaRPr lang="es-ES" dirty="0"/>
          </a:p>
        </p:txBody>
      </p:sp>
      <p:sp>
        <p:nvSpPr>
          <p:cNvPr id="6" name="Rectángulo 5">
            <a:extLst>
              <a:ext uri="{FF2B5EF4-FFF2-40B4-BE49-F238E27FC236}">
                <a16:creationId xmlns:a16="http://schemas.microsoft.com/office/drawing/2014/main" id="{F9F96BD1-1DA8-9FEF-EC32-73F67E3DADD7}"/>
              </a:ext>
            </a:extLst>
          </p:cNvPr>
          <p:cNvSpPr/>
          <p:nvPr/>
        </p:nvSpPr>
        <p:spPr bwMode="auto">
          <a:xfrm>
            <a:off x="6012160" y="4846712"/>
            <a:ext cx="720080" cy="7920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342900" marR="0" indent="-342900" algn="l" defTabSz="914400" rtl="0" eaLnBrk="0" fontAlgn="base" latinLnBrk="0" hangingPunct="0">
              <a:lnSpc>
                <a:spcPct val="100000"/>
              </a:lnSpc>
              <a:spcBef>
                <a:spcPts val="400"/>
              </a:spcBef>
              <a:spcAft>
                <a:spcPts val="400"/>
              </a:spcAft>
              <a:buClr>
                <a:srgbClr val="9B172C"/>
              </a:buClr>
              <a:buSzTx/>
              <a:buFont typeface="Symbol" charset="0"/>
              <a:buChar char="¨"/>
              <a:tabLst/>
            </a:pPr>
            <a:endParaRPr kumimoji="0" lang="es-ES" sz="2800" b="0" i="0" u="none" strike="noStrike" cap="none" normalizeH="0" baseline="0">
              <a:ln>
                <a:noFill/>
              </a:ln>
              <a:solidFill>
                <a:srgbClr val="9B172C"/>
              </a:solidFill>
              <a:effectLst/>
              <a:latin typeface="Verdana" charset="0"/>
              <a:ea typeface="ＭＳ Ｐゴシック" charset="0"/>
            </a:endParaRPr>
          </a:p>
        </p:txBody>
      </p:sp>
    </p:spTree>
    <p:extLst>
      <p:ext uri="{BB962C8B-B14F-4D97-AF65-F5344CB8AC3E}">
        <p14:creationId xmlns:p14="http://schemas.microsoft.com/office/powerpoint/2010/main" val="20459977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759DB-467B-938E-1E3E-2DF79D63C14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4CF57BD-1FBC-B1C9-BFA0-43B75F7EDFA0}"/>
              </a:ext>
            </a:extLst>
          </p:cNvPr>
          <p:cNvSpPr>
            <a:spLocks noGrp="1"/>
          </p:cNvSpPr>
          <p:nvPr>
            <p:ph type="title"/>
          </p:nvPr>
        </p:nvSpPr>
        <p:spPr>
          <a:xfrm>
            <a:off x="467544" y="152400"/>
            <a:ext cx="8426096" cy="762000"/>
          </a:xfrm>
        </p:spPr>
        <p:txBody>
          <a:bodyPr/>
          <a:lstStyle/>
          <a:p>
            <a:r>
              <a:rPr lang="es-ES" dirty="0"/>
              <a:t>DMS</a:t>
            </a:r>
          </a:p>
        </p:txBody>
      </p:sp>
      <p:sp>
        <p:nvSpPr>
          <p:cNvPr id="4" name="Marcador de contenido 2">
            <a:extLst>
              <a:ext uri="{FF2B5EF4-FFF2-40B4-BE49-F238E27FC236}">
                <a16:creationId xmlns:a16="http://schemas.microsoft.com/office/drawing/2014/main" id="{C8DCEFF2-041D-B1A2-38DE-C4B2942A50D8}"/>
              </a:ext>
            </a:extLst>
          </p:cNvPr>
          <p:cNvSpPr>
            <a:spLocks noGrp="1"/>
          </p:cNvSpPr>
          <p:nvPr>
            <p:ph idx="1"/>
          </p:nvPr>
        </p:nvSpPr>
        <p:spPr>
          <a:xfrm>
            <a:off x="585788" y="1219200"/>
            <a:ext cx="7948612" cy="5257800"/>
          </a:xfrm>
        </p:spPr>
        <p:txBody>
          <a:bodyPr/>
          <a:lstStyle/>
          <a:p>
            <a:endParaRPr lang="es-ES" dirty="0"/>
          </a:p>
          <a:p>
            <a:r>
              <a:rPr lang="es-ES" dirty="0"/>
              <a:t>Metadatos y búsquedas</a:t>
            </a:r>
          </a:p>
          <a:p>
            <a:pPr lvl="1"/>
            <a:r>
              <a:rPr lang="es-ES" dirty="0"/>
              <a:t>Ejemplo</a:t>
            </a:r>
          </a:p>
          <a:p>
            <a:endParaRPr lang="en-US" dirty="0"/>
          </a:p>
          <a:p>
            <a:pPr marL="0" indent="0">
              <a:buNone/>
            </a:pPr>
            <a:endParaRPr lang="es-ES" dirty="0"/>
          </a:p>
          <a:p>
            <a:pPr lvl="1"/>
            <a:endParaRPr lang="es-ES" dirty="0"/>
          </a:p>
        </p:txBody>
      </p:sp>
      <p:pic>
        <p:nvPicPr>
          <p:cNvPr id="3" name="Imagen 2">
            <a:extLst>
              <a:ext uri="{FF2B5EF4-FFF2-40B4-BE49-F238E27FC236}">
                <a16:creationId xmlns:a16="http://schemas.microsoft.com/office/drawing/2014/main" id="{94B8D7D2-20C0-F11F-6C29-966BFBCB6F60}"/>
              </a:ext>
            </a:extLst>
          </p:cNvPr>
          <p:cNvPicPr>
            <a:picLocks noChangeAspect="1"/>
          </p:cNvPicPr>
          <p:nvPr/>
        </p:nvPicPr>
        <p:blipFill>
          <a:blip r:embed="rId2"/>
          <a:stretch>
            <a:fillRect/>
          </a:stretch>
        </p:blipFill>
        <p:spPr>
          <a:xfrm>
            <a:off x="685800" y="3030018"/>
            <a:ext cx="7772400" cy="2006548"/>
          </a:xfrm>
          <a:prstGeom prst="rect">
            <a:avLst/>
          </a:prstGeom>
        </p:spPr>
      </p:pic>
      <p:sp>
        <p:nvSpPr>
          <p:cNvPr id="6" name="Rectángulo 5">
            <a:extLst>
              <a:ext uri="{FF2B5EF4-FFF2-40B4-BE49-F238E27FC236}">
                <a16:creationId xmlns:a16="http://schemas.microsoft.com/office/drawing/2014/main" id="{D6C1AF92-404E-0C04-7C85-6A9372658684}"/>
              </a:ext>
            </a:extLst>
          </p:cNvPr>
          <p:cNvSpPr/>
          <p:nvPr/>
        </p:nvSpPr>
        <p:spPr bwMode="auto">
          <a:xfrm>
            <a:off x="6012160" y="4846712"/>
            <a:ext cx="720080" cy="7920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342900" marR="0" indent="-342900" algn="l" defTabSz="914400" rtl="0" eaLnBrk="0" fontAlgn="base" latinLnBrk="0" hangingPunct="0">
              <a:lnSpc>
                <a:spcPct val="100000"/>
              </a:lnSpc>
              <a:spcBef>
                <a:spcPts val="400"/>
              </a:spcBef>
              <a:spcAft>
                <a:spcPts val="400"/>
              </a:spcAft>
              <a:buClr>
                <a:srgbClr val="9B172C"/>
              </a:buClr>
              <a:buSzTx/>
              <a:buFont typeface="Symbol" charset="0"/>
              <a:buChar char="¨"/>
              <a:tabLst/>
            </a:pPr>
            <a:endParaRPr kumimoji="0" lang="es-ES" sz="2800" b="0" i="0" u="none" strike="noStrike" cap="none" normalizeH="0" baseline="0">
              <a:ln>
                <a:noFill/>
              </a:ln>
              <a:solidFill>
                <a:srgbClr val="9B172C"/>
              </a:solidFill>
              <a:effectLst/>
              <a:latin typeface="Verdana" charset="0"/>
              <a:ea typeface="ＭＳ Ｐゴシック" charset="0"/>
            </a:endParaRPr>
          </a:p>
        </p:txBody>
      </p:sp>
      <p:sp>
        <p:nvSpPr>
          <p:cNvPr id="7" name="Rectángulo 6">
            <a:extLst>
              <a:ext uri="{FF2B5EF4-FFF2-40B4-BE49-F238E27FC236}">
                <a16:creationId xmlns:a16="http://schemas.microsoft.com/office/drawing/2014/main" id="{BF0ECADE-3BF7-FC50-8334-9644837B07C3}"/>
              </a:ext>
            </a:extLst>
          </p:cNvPr>
          <p:cNvSpPr/>
          <p:nvPr/>
        </p:nvSpPr>
        <p:spPr bwMode="auto">
          <a:xfrm>
            <a:off x="6048164" y="3587688"/>
            <a:ext cx="648072" cy="841648"/>
          </a:xfrm>
          <a:prstGeom prst="rect">
            <a:avLst/>
          </a:prstGeom>
          <a:noFill/>
          <a:ln w="76200">
            <a:solidFill>
              <a:srgbClr val="C00000"/>
            </a:solid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342900" marR="0" indent="-342900" algn="l" defTabSz="914400" rtl="0" eaLnBrk="0" fontAlgn="base" latinLnBrk="0" hangingPunct="0">
              <a:lnSpc>
                <a:spcPct val="100000"/>
              </a:lnSpc>
              <a:spcBef>
                <a:spcPts val="400"/>
              </a:spcBef>
              <a:spcAft>
                <a:spcPts val="400"/>
              </a:spcAft>
              <a:buClr>
                <a:srgbClr val="9B172C"/>
              </a:buClr>
              <a:buSzTx/>
              <a:buFont typeface="Symbol" charset="0"/>
              <a:buChar char="¨"/>
              <a:tabLst/>
            </a:pPr>
            <a:endParaRPr kumimoji="0" lang="es-ES" sz="2800" b="0" i="0" u="none" strike="noStrike" cap="none" normalizeH="0" baseline="0">
              <a:ln>
                <a:solidFill>
                  <a:srgbClr val="FF0000"/>
                </a:solidFill>
              </a:ln>
              <a:solidFill>
                <a:sysClr val="windowText" lastClr="000000"/>
              </a:solidFill>
              <a:effectLst/>
              <a:latin typeface="Verdana" charset="0"/>
              <a:ea typeface="ＭＳ Ｐゴシック" charset="0"/>
            </a:endParaRPr>
          </a:p>
        </p:txBody>
      </p:sp>
    </p:spTree>
    <p:extLst>
      <p:ext uri="{BB962C8B-B14F-4D97-AF65-F5344CB8AC3E}">
        <p14:creationId xmlns:p14="http://schemas.microsoft.com/office/powerpoint/2010/main" val="3727273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31928-62DC-620B-D98D-31C2B0E45D4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138C0D0-4873-3DAC-D84E-F89049AB7CA0}"/>
              </a:ext>
            </a:extLst>
          </p:cNvPr>
          <p:cNvSpPr>
            <a:spLocks noGrp="1"/>
          </p:cNvSpPr>
          <p:nvPr>
            <p:ph type="title"/>
          </p:nvPr>
        </p:nvSpPr>
        <p:spPr>
          <a:xfrm>
            <a:off x="467544" y="152400"/>
            <a:ext cx="8426096" cy="762000"/>
          </a:xfrm>
        </p:spPr>
        <p:txBody>
          <a:bodyPr/>
          <a:lstStyle/>
          <a:p>
            <a:r>
              <a:rPr lang="es-ES" dirty="0"/>
              <a:t>DMS del proyecto</a:t>
            </a:r>
          </a:p>
        </p:txBody>
      </p:sp>
      <p:sp>
        <p:nvSpPr>
          <p:cNvPr id="4" name="Marcador de contenido 2">
            <a:extLst>
              <a:ext uri="{FF2B5EF4-FFF2-40B4-BE49-F238E27FC236}">
                <a16:creationId xmlns:a16="http://schemas.microsoft.com/office/drawing/2014/main" id="{835690A9-CA70-7951-DF01-0980F240FF52}"/>
              </a:ext>
            </a:extLst>
          </p:cNvPr>
          <p:cNvSpPr>
            <a:spLocks noGrp="1"/>
          </p:cNvSpPr>
          <p:nvPr>
            <p:ph idx="1"/>
          </p:nvPr>
        </p:nvSpPr>
        <p:spPr>
          <a:xfrm>
            <a:off x="585788" y="1219200"/>
            <a:ext cx="7948612" cy="5257800"/>
          </a:xfrm>
        </p:spPr>
        <p:txBody>
          <a:bodyPr/>
          <a:lstStyle/>
          <a:p>
            <a:endParaRPr lang="es-ES" dirty="0"/>
          </a:p>
          <a:p>
            <a:r>
              <a:rPr lang="es-ES" dirty="0"/>
              <a:t>3-4 documentos distintos</a:t>
            </a:r>
          </a:p>
          <a:p>
            <a:endParaRPr lang="es-ES" dirty="0"/>
          </a:p>
          <a:p>
            <a:r>
              <a:rPr lang="es-ES" dirty="0"/>
              <a:t>Mínimo 1CU (!=RF) por documento. Si no, no tiene sentido que tengamos ese documento en nuestro DMS.</a:t>
            </a:r>
          </a:p>
          <a:p>
            <a:endParaRPr lang="es-ES" dirty="0"/>
          </a:p>
          <a:p>
            <a:r>
              <a:rPr lang="es-ES" dirty="0"/>
              <a:t>Mínimo 1 documento con más de 1 CU</a:t>
            </a:r>
            <a:endParaRPr lang="en-US" dirty="0"/>
          </a:p>
          <a:p>
            <a:pPr marL="0" indent="0">
              <a:buNone/>
            </a:pPr>
            <a:endParaRPr lang="es-ES" dirty="0"/>
          </a:p>
          <a:p>
            <a:pPr lvl="1"/>
            <a:endParaRPr lang="es-ES" dirty="0"/>
          </a:p>
        </p:txBody>
      </p:sp>
    </p:spTree>
    <p:extLst>
      <p:ext uri="{BB962C8B-B14F-4D97-AF65-F5344CB8AC3E}">
        <p14:creationId xmlns:p14="http://schemas.microsoft.com/office/powerpoint/2010/main" val="3648227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67544" y="152400"/>
            <a:ext cx="8426096" cy="762000"/>
          </a:xfrm>
        </p:spPr>
        <p:txBody>
          <a:bodyPr/>
          <a:lstStyle/>
          <a:p>
            <a:r>
              <a:rPr lang="es-ES" dirty="0"/>
              <a:t>DMS</a:t>
            </a:r>
          </a:p>
        </p:txBody>
      </p:sp>
      <p:sp>
        <p:nvSpPr>
          <p:cNvPr id="4" name="Marcador de contenido 2"/>
          <p:cNvSpPr>
            <a:spLocks noGrp="1"/>
          </p:cNvSpPr>
          <p:nvPr>
            <p:ph idx="1"/>
          </p:nvPr>
        </p:nvSpPr>
        <p:spPr>
          <a:xfrm>
            <a:off x="585788" y="1219200"/>
            <a:ext cx="7948612" cy="5257800"/>
          </a:xfrm>
        </p:spPr>
        <p:txBody>
          <a:bodyPr/>
          <a:lstStyle/>
          <a:p>
            <a:endParaRPr lang="es-ES" dirty="0"/>
          </a:p>
          <a:p>
            <a:r>
              <a:rPr lang="es-ES" dirty="0"/>
              <a:t>Toda la documentación del DMS es independiente de la del CMS</a:t>
            </a:r>
          </a:p>
          <a:p>
            <a:pPr lvl="1"/>
            <a:r>
              <a:rPr lang="es-ES" dirty="0"/>
              <a:t>Nuevo REM</a:t>
            </a:r>
          </a:p>
          <a:p>
            <a:pPr lvl="1"/>
            <a:r>
              <a:rPr lang="es-ES" dirty="0"/>
              <a:t>Nuevos documentos de análisis (UML)</a:t>
            </a:r>
          </a:p>
          <a:p>
            <a:pPr lvl="1"/>
            <a:r>
              <a:rPr lang="es-ES" dirty="0"/>
              <a:t>Nuevos documentos de diseño (UML)</a:t>
            </a:r>
          </a:p>
          <a:p>
            <a:pPr lvl="1"/>
            <a:r>
              <a:rPr lang="es-ES" dirty="0"/>
              <a:t>Nuevos documentos de implementación (capturas de pantalla)</a:t>
            </a:r>
          </a:p>
          <a:p>
            <a:pPr lvl="1"/>
            <a:r>
              <a:rPr lang="es-ES" dirty="0"/>
              <a:t>Seguimiento SCRUM</a:t>
            </a:r>
          </a:p>
          <a:p>
            <a:pPr lvl="1"/>
            <a:endParaRPr lang="es-ES" dirty="0"/>
          </a:p>
        </p:txBody>
      </p:sp>
    </p:spTree>
    <p:extLst>
      <p:ext uri="{BB962C8B-B14F-4D97-AF65-F5344CB8AC3E}">
        <p14:creationId xmlns:p14="http://schemas.microsoft.com/office/powerpoint/2010/main" val="1442836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67544" y="152400"/>
            <a:ext cx="8426096" cy="762000"/>
          </a:xfrm>
        </p:spPr>
        <p:txBody>
          <a:bodyPr/>
          <a:lstStyle/>
          <a:p>
            <a:r>
              <a:rPr lang="es-ES" dirty="0"/>
              <a:t>Ejemplo</a:t>
            </a:r>
          </a:p>
        </p:txBody>
      </p:sp>
      <p:sp>
        <p:nvSpPr>
          <p:cNvPr id="4" name="Marcador de contenido 2"/>
          <p:cNvSpPr>
            <a:spLocks noGrp="1"/>
          </p:cNvSpPr>
          <p:nvPr>
            <p:ph idx="1"/>
          </p:nvPr>
        </p:nvSpPr>
        <p:spPr>
          <a:xfrm>
            <a:off x="585788" y="1219200"/>
            <a:ext cx="7948612" cy="5257800"/>
          </a:xfrm>
        </p:spPr>
        <p:txBody>
          <a:bodyPr/>
          <a:lstStyle/>
          <a:p>
            <a:pPr marL="514350" indent="-514350">
              <a:buAutoNum type="arabicPeriod"/>
            </a:pPr>
            <a:r>
              <a:rPr lang="es-ES" dirty="0"/>
              <a:t>Cada lunes -&gt; me leo el </a:t>
            </a:r>
            <a:r>
              <a:rPr lang="es-ES" dirty="0" err="1"/>
              <a:t>pptx</a:t>
            </a:r>
            <a:r>
              <a:rPr lang="es-ES" dirty="0"/>
              <a:t> para hacer la entrega.</a:t>
            </a:r>
          </a:p>
          <a:p>
            <a:pPr marL="514350" indent="-514350">
              <a:buAutoNum type="arabicPeriod"/>
            </a:pPr>
            <a:r>
              <a:rPr lang="es-ES" dirty="0"/>
              <a:t>Cada miércoles al acabar la clase de teoría -&gt; repaso el </a:t>
            </a:r>
            <a:r>
              <a:rPr lang="es-ES" dirty="0" err="1"/>
              <a:t>pdf</a:t>
            </a:r>
            <a:r>
              <a:rPr lang="es-ES" dirty="0"/>
              <a:t> para estudiar y plantear dudas.</a:t>
            </a:r>
          </a:p>
          <a:p>
            <a:pPr marL="514350" indent="-514350">
              <a:buAutoNum type="arabicPeriod"/>
            </a:pPr>
            <a:r>
              <a:rPr lang="es-ES" dirty="0"/>
              <a:t>Cuando se acerca el examen de teoría  -&gt; quiero estudiarme todos los temas de teoría</a:t>
            </a:r>
          </a:p>
          <a:p>
            <a:pPr marL="514350" indent="-514350">
              <a:buAutoNum type="arabicPeriod"/>
            </a:pPr>
            <a:r>
              <a:rPr lang="es-ES" dirty="0"/>
              <a:t>Cuando se acerca la defensa -&gt; quiero revisar los </a:t>
            </a:r>
            <a:r>
              <a:rPr lang="es-ES" dirty="0" err="1"/>
              <a:t>pptx</a:t>
            </a:r>
            <a:r>
              <a:rPr lang="es-ES" dirty="0"/>
              <a:t> con los entregables de cada sistema</a:t>
            </a:r>
          </a:p>
          <a:p>
            <a:pPr lvl="1"/>
            <a:endParaRPr lang="es-ES" dirty="0"/>
          </a:p>
        </p:txBody>
      </p:sp>
    </p:spTree>
    <p:extLst>
      <p:ext uri="{BB962C8B-B14F-4D97-AF65-F5344CB8AC3E}">
        <p14:creationId xmlns:p14="http://schemas.microsoft.com/office/powerpoint/2010/main" val="1694910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67544" y="152400"/>
            <a:ext cx="8426096" cy="762000"/>
          </a:xfrm>
        </p:spPr>
        <p:txBody>
          <a:bodyPr/>
          <a:lstStyle/>
          <a:p>
            <a:r>
              <a:rPr lang="es-ES" dirty="0"/>
              <a:t>Ejemplo</a:t>
            </a:r>
          </a:p>
        </p:txBody>
      </p:sp>
      <p:sp>
        <p:nvSpPr>
          <p:cNvPr id="4" name="Marcador de contenido 2"/>
          <p:cNvSpPr>
            <a:spLocks noGrp="1"/>
          </p:cNvSpPr>
          <p:nvPr>
            <p:ph idx="1"/>
          </p:nvPr>
        </p:nvSpPr>
        <p:spPr>
          <a:xfrm>
            <a:off x="585788" y="1219200"/>
            <a:ext cx="7948612" cy="5257800"/>
          </a:xfrm>
        </p:spPr>
        <p:txBody>
          <a:bodyPr/>
          <a:lstStyle/>
          <a:p>
            <a:pPr marL="514350" indent="-514350">
              <a:buAutoNum type="arabicPeriod"/>
            </a:pPr>
            <a:r>
              <a:rPr lang="es-ES" dirty="0"/>
              <a:t>Cada lunes -&gt; me leo el </a:t>
            </a:r>
            <a:r>
              <a:rPr lang="es-ES" dirty="0" err="1">
                <a:solidFill>
                  <a:schemeClr val="bg1">
                    <a:lumMod val="50000"/>
                  </a:schemeClr>
                </a:solidFill>
              </a:rPr>
              <a:t>pptx</a:t>
            </a:r>
            <a:r>
              <a:rPr lang="es-ES" dirty="0"/>
              <a:t> para hacer la entrega.</a:t>
            </a:r>
          </a:p>
          <a:p>
            <a:pPr marL="514350" indent="-514350">
              <a:buAutoNum type="arabicPeriod"/>
            </a:pPr>
            <a:r>
              <a:rPr lang="es-ES" dirty="0"/>
              <a:t>Cada miércoles al acabar la clase de teoría -&gt; repaso el </a:t>
            </a:r>
            <a:r>
              <a:rPr lang="es-ES" dirty="0" err="1">
                <a:solidFill>
                  <a:schemeClr val="tx2">
                    <a:lumMod val="40000"/>
                    <a:lumOff val="60000"/>
                  </a:schemeClr>
                </a:solidFill>
              </a:rPr>
              <a:t>pdf</a:t>
            </a:r>
            <a:r>
              <a:rPr lang="es-ES" dirty="0"/>
              <a:t> para estudiar y plantear dudas.</a:t>
            </a:r>
          </a:p>
          <a:p>
            <a:pPr marL="514350" indent="-514350">
              <a:buAutoNum type="arabicPeriod"/>
            </a:pPr>
            <a:r>
              <a:rPr lang="es-ES" dirty="0"/>
              <a:t>Cuando se acerca el examen de teoría  -&gt; quiero estudiarme todos los </a:t>
            </a:r>
            <a:r>
              <a:rPr lang="es-ES" dirty="0">
                <a:solidFill>
                  <a:schemeClr val="tx2">
                    <a:lumMod val="40000"/>
                    <a:lumOff val="60000"/>
                  </a:schemeClr>
                </a:solidFill>
              </a:rPr>
              <a:t>temas</a:t>
            </a:r>
            <a:r>
              <a:rPr lang="es-ES" dirty="0"/>
              <a:t> de teoría</a:t>
            </a:r>
          </a:p>
          <a:p>
            <a:pPr marL="514350" indent="-514350">
              <a:buAutoNum type="arabicPeriod"/>
            </a:pPr>
            <a:r>
              <a:rPr lang="es-ES" dirty="0"/>
              <a:t>Cuando se acerca la defensa -&gt; quiero revisar los </a:t>
            </a:r>
            <a:r>
              <a:rPr lang="es-ES" dirty="0" err="1">
                <a:solidFill>
                  <a:schemeClr val="bg1">
                    <a:lumMod val="50000"/>
                  </a:schemeClr>
                </a:solidFill>
              </a:rPr>
              <a:t>pptx</a:t>
            </a:r>
            <a:r>
              <a:rPr lang="es-ES" dirty="0"/>
              <a:t> con los entregables de </a:t>
            </a:r>
            <a:r>
              <a:rPr lang="es-ES" u="sng" dirty="0"/>
              <a:t>cada sistema</a:t>
            </a:r>
          </a:p>
          <a:p>
            <a:pPr lvl="1"/>
            <a:endParaRPr lang="es-ES" dirty="0"/>
          </a:p>
        </p:txBody>
      </p:sp>
    </p:spTree>
    <p:extLst>
      <p:ext uri="{BB962C8B-B14F-4D97-AF65-F5344CB8AC3E}">
        <p14:creationId xmlns:p14="http://schemas.microsoft.com/office/powerpoint/2010/main" val="12112620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EFINEDINNAVIGATOR" val="False"/>
  <p:tag name="HOTSPOTTYPE" val="FirstSlide"/>
  <p:tag name="BRANCHTO" val="1"/>
</p:tagLst>
</file>

<file path=ppt/theme/theme1.xml><?xml version="1.0" encoding="utf-8"?>
<a:theme xmlns:a="http://schemas.openxmlformats.org/drawingml/2006/main" name="tdg-presentatio-template">
  <a:themeElements>
    <a:clrScheme name="">
      <a:dk1>
        <a:srgbClr val="000000"/>
      </a:dk1>
      <a:lt1>
        <a:srgbClr val="CCFFFF"/>
      </a:lt1>
      <a:dk2>
        <a:srgbClr val="006600"/>
      </a:dk2>
      <a:lt2>
        <a:srgbClr val="000000"/>
      </a:lt2>
      <a:accent1>
        <a:srgbClr val="FFFF99"/>
      </a:accent1>
      <a:accent2>
        <a:srgbClr val="3333CC"/>
      </a:accent2>
      <a:accent3>
        <a:srgbClr val="E2FFFF"/>
      </a:accent3>
      <a:accent4>
        <a:srgbClr val="000000"/>
      </a:accent4>
      <a:accent5>
        <a:srgbClr val="FFFFCA"/>
      </a:accent5>
      <a:accent6>
        <a:srgbClr val="2D2DB9"/>
      </a:accent6>
      <a:hlink>
        <a:srgbClr val="000099"/>
      </a:hlink>
      <a:folHlink>
        <a:srgbClr val="B2B2B2"/>
      </a:folHlink>
    </a:clrScheme>
    <a:fontScheme name="tdg-presentatio-template">
      <a:majorFont>
        <a:latin typeface="Verdana"/>
        <a:ea typeface="ＭＳ Ｐゴシック"/>
        <a:cs typeface=""/>
      </a:majorFont>
      <a:minorFont>
        <a:latin typeface="Verdan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0" fontAlgn="base" latinLnBrk="0" hangingPunct="0">
          <a:lnSpc>
            <a:spcPct val="100000"/>
          </a:lnSpc>
          <a:spcBef>
            <a:spcPts val="400"/>
          </a:spcBef>
          <a:spcAft>
            <a:spcPts val="400"/>
          </a:spcAft>
          <a:buClr>
            <a:srgbClr val="9B172C"/>
          </a:buClr>
          <a:buSzTx/>
          <a:buFont typeface="Symbol" charset="0"/>
          <a:buChar char="¨"/>
          <a:tabLst/>
          <a:defRPr kumimoji="0" lang="en-US" sz="2800" b="0" i="0" u="none" strike="noStrike" cap="none" normalizeH="0" baseline="0">
            <a:ln>
              <a:noFill/>
            </a:ln>
            <a:solidFill>
              <a:srgbClr val="9B172C"/>
            </a:solidFill>
            <a:effectLst/>
            <a:latin typeface="Verdana" charset="0"/>
            <a:ea typeface="ＭＳ Ｐゴシック"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0" fontAlgn="base" latinLnBrk="0" hangingPunct="0">
          <a:lnSpc>
            <a:spcPct val="100000"/>
          </a:lnSpc>
          <a:spcBef>
            <a:spcPts val="400"/>
          </a:spcBef>
          <a:spcAft>
            <a:spcPts val="400"/>
          </a:spcAft>
          <a:buClr>
            <a:srgbClr val="9B172C"/>
          </a:buClr>
          <a:buSzTx/>
          <a:buFont typeface="Symbol" charset="0"/>
          <a:buChar char="¨"/>
          <a:tabLst/>
          <a:defRPr kumimoji="0" lang="en-US" sz="2800" b="0" i="0" u="none" strike="noStrike" cap="none" normalizeH="0" baseline="0">
            <a:ln>
              <a:noFill/>
            </a:ln>
            <a:solidFill>
              <a:srgbClr val="9B172C"/>
            </a:solidFill>
            <a:effectLst/>
            <a:latin typeface="Verdana" charset="0"/>
            <a:ea typeface="ＭＳ Ｐゴシック" charset="0"/>
          </a:defRPr>
        </a:defPPr>
      </a:lstStyle>
    </a:lnDef>
  </a:objectDefaults>
  <a:extraClrSchemeLst>
    <a:extraClrScheme>
      <a:clrScheme name="tdg-presentatio-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dg-presentatio-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dg-presentatio-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dg-presentatio-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dg-presentatio-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dg-presentatio-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dg-presentatio-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9A2A5111CD348B41958BB1E25D110E55" ma:contentTypeVersion="3" ma:contentTypeDescription="Crear nuevo documento." ma:contentTypeScope="" ma:versionID="7cb8c5839cdb68373439c9238e2e0586">
  <xsd:schema xmlns:xsd="http://www.w3.org/2001/XMLSchema" xmlns:xs="http://www.w3.org/2001/XMLSchema" xmlns:p="http://schemas.microsoft.com/office/2006/metadata/properties" xmlns:ns2="e1191572-f33a-480c-9cb3-4567fcc8652c" targetNamespace="http://schemas.microsoft.com/office/2006/metadata/properties" ma:root="true" ma:fieldsID="d9a50d1380940cd4887ffdc9ad0b61c6" ns2:_="">
    <xsd:import namespace="e1191572-f33a-480c-9cb3-4567fcc8652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191572-f33a-480c-9cb3-4567fcc865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D8C5E32-3279-42B6-8A5B-24920323FD27}">
  <ds:schemaRefs>
    <ds:schemaRef ds:uri="http://schemas.microsoft.com/sharepoint/v3/contenttype/forms"/>
  </ds:schemaRefs>
</ds:datastoreItem>
</file>

<file path=customXml/itemProps2.xml><?xml version="1.0" encoding="utf-8"?>
<ds:datastoreItem xmlns:ds="http://schemas.openxmlformats.org/officeDocument/2006/customXml" ds:itemID="{B2DF04BB-1EAC-4213-95C6-7BAF61CE69B0}">
  <ds:schemaRefs>
    <ds:schemaRef ds:uri="918607b9-4ba8-4b11-96e7-f551e67cb773"/>
    <ds:schemaRef ds:uri="http://www.w3.org/XML/1998/namespace"/>
    <ds:schemaRef ds:uri="http://purl.org/dc/elements/1.1/"/>
    <ds:schemaRef ds:uri="http://purl.org/dc/terms/"/>
    <ds:schemaRef ds:uri="http://purl.org/dc/dcmitype/"/>
    <ds:schemaRef ds:uri="http://schemas.microsoft.com/office/2006/documentManagement/types"/>
    <ds:schemaRef ds:uri="http://schemas.openxmlformats.org/package/2006/metadata/core-properties"/>
    <ds:schemaRef ds:uri="http://schemas.microsoft.com/office/infopath/2007/PartnerControls"/>
    <ds:schemaRef ds:uri="http://schemas.microsoft.com/office/2006/metadata/properties"/>
    <ds:schemaRef ds:uri="51cc6eff-2d75-4c80-ac8a-a2bb110d304d"/>
  </ds:schemaRefs>
</ds:datastoreItem>
</file>

<file path=customXml/itemProps3.xml><?xml version="1.0" encoding="utf-8"?>
<ds:datastoreItem xmlns:ds="http://schemas.openxmlformats.org/officeDocument/2006/customXml" ds:itemID="{D1F4FB2E-D4DA-4413-9EC5-DD8A42E0B7DB}"/>
</file>

<file path=docProps/app.xml><?xml version="1.0" encoding="utf-8"?>
<Properties xmlns="http://schemas.openxmlformats.org/officeDocument/2006/extended-properties" xmlns:vt="http://schemas.openxmlformats.org/officeDocument/2006/docPropsVTypes">
  <Template>tdg-presentatio-template</Template>
  <TotalTime>25229</TotalTime>
  <Words>769</Words>
  <Application>Microsoft Macintosh PowerPoint</Application>
  <PresentationFormat>Presentación en pantalla (4:3)</PresentationFormat>
  <Paragraphs>104</Paragraphs>
  <Slides>10</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10</vt:i4>
      </vt:variant>
    </vt:vector>
  </HeadingPairs>
  <TitlesOfParts>
    <vt:vector size="18" baseType="lpstr">
      <vt:lpstr>ＭＳ Ｐゴシック</vt:lpstr>
      <vt:lpstr>Arial</vt:lpstr>
      <vt:lpstr>Arial Narrow</vt:lpstr>
      <vt:lpstr>Frutiger Linotype</vt:lpstr>
      <vt:lpstr>Symbol</vt:lpstr>
      <vt:lpstr>Times New Roman</vt:lpstr>
      <vt:lpstr>Verdana</vt:lpstr>
      <vt:lpstr>tdg-presentatio-template</vt:lpstr>
      <vt:lpstr>Lab 4. DMS</vt:lpstr>
      <vt:lpstr>DMS: Diseño</vt:lpstr>
      <vt:lpstr>Del modelo de análisis al de diseño</vt:lpstr>
      <vt:lpstr>Metadatos y búsquedas</vt:lpstr>
      <vt:lpstr>Metadatos y búsquedas</vt:lpstr>
      <vt:lpstr>DMS</vt:lpstr>
      <vt:lpstr>DMS del proyecto</vt:lpstr>
      <vt:lpstr>DMS</vt:lpstr>
      <vt:lpstr>Ejemplo</vt:lpstr>
      <vt:lpstr>Ejemplo</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Development environment</dc:title>
  <dc:subject/>
  <dc:creator>jtroya</dc:creator>
  <cp:keywords/>
  <dc:description/>
  <cp:lastModifiedBy>Cristina Cabanillas</cp:lastModifiedBy>
  <cp:revision>293</cp:revision>
  <dcterms:created xsi:type="dcterms:W3CDTF">2005-02-17T12:06:44Z</dcterms:created>
  <dcterms:modified xsi:type="dcterms:W3CDTF">2025-11-03T21:17:24Z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3</vt:i4>
  </property>
  <property fmtid="{D5CDD505-2E9C-101B-9397-08002B2CF9AE}" pid="4" name="Compression">
    <vt:i4>100</vt:i4>
  </property>
  <property fmtid="{D5CDD505-2E9C-101B-9397-08002B2CF9AE}" pid="5" name="ScreenSize">
    <vt:i4>2</vt:i4>
  </property>
  <property fmtid="{D5CDD505-2E9C-101B-9397-08002B2CF9AE}" pid="6" name="ScreenUsage">
    <vt:i4>3</vt:i4>
  </property>
  <property fmtid="{D5CDD505-2E9C-101B-9397-08002B2CF9AE}" pid="7" name="MailAddress">
    <vt:lpwstr/>
  </property>
  <property fmtid="{D5CDD505-2E9C-101B-9397-08002B2CF9AE}" pid="8" name="HomePage">
    <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3</vt:i4>
  </property>
  <property fmtid="{D5CDD505-2E9C-101B-9397-08002B2CF9AE}" pid="21" name="OutputDir">
    <vt:lpwstr>F:\usr\Corchu\LIBRE\Página WWW\tdg\res\CSharp-SP</vt:lpwstr>
  </property>
  <property fmtid="{D5CDD505-2E9C-101B-9397-08002B2CF9AE}" pid="22" name="ContentTypeId">
    <vt:lpwstr>0x0101009A2A5111CD348B41958BB1E25D110E55</vt:lpwstr>
  </property>
  <property fmtid="{D5CDD505-2E9C-101B-9397-08002B2CF9AE}" pid="23" name="TaxKeyword">
    <vt:lpwstr/>
  </property>
  <property fmtid="{D5CDD505-2E9C-101B-9397-08002B2CF9AE}" pid="24" name="MediaServiceImageTags">
    <vt:lpwstr/>
  </property>
  <property fmtid="{D5CDD505-2E9C-101B-9397-08002B2CF9AE}" pid="25" name="Order">
    <vt:r8>729600</vt:r8>
  </property>
  <property fmtid="{D5CDD505-2E9C-101B-9397-08002B2CF9AE}" pid="26" name="xd_Signature">
    <vt:bool>false</vt:bool>
  </property>
  <property fmtid="{D5CDD505-2E9C-101B-9397-08002B2CF9AE}" pid="27" name="xd_ProgID">
    <vt:lpwstr/>
  </property>
  <property fmtid="{D5CDD505-2E9C-101B-9397-08002B2CF9AE}" pid="28" name="_SourceUrl">
    <vt:lpwstr/>
  </property>
  <property fmtid="{D5CDD505-2E9C-101B-9397-08002B2CF9AE}" pid="29" name="_SharedFileIndex">
    <vt:lpwstr/>
  </property>
  <property fmtid="{D5CDD505-2E9C-101B-9397-08002B2CF9AE}" pid="30" name="ComplianceAssetId">
    <vt:lpwstr/>
  </property>
  <property fmtid="{D5CDD505-2E9C-101B-9397-08002B2CF9AE}" pid="31" name="TemplateUrl">
    <vt:lpwstr/>
  </property>
  <property fmtid="{D5CDD505-2E9C-101B-9397-08002B2CF9AE}" pid="32" name="_ExtendedDescription">
    <vt:lpwstr/>
  </property>
  <property fmtid="{D5CDD505-2E9C-101B-9397-08002B2CF9AE}" pid="33" name="TriggerFlowInfo">
    <vt:lpwstr/>
  </property>
</Properties>
</file>